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  <p:sldId id="283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36.jpg"/><Relationship Id="rId8" Type="http://schemas.openxmlformats.org/officeDocument/2006/relationships/image" Target="../media/image37.jpg"/><Relationship Id="rId9" Type="http://schemas.openxmlformats.org/officeDocument/2006/relationships/image" Target="../media/image3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image" Target="../media/image43.jpg"/><Relationship Id="rId9" Type="http://schemas.openxmlformats.org/officeDocument/2006/relationships/image" Target="../media/image4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-_Lançamento_Externa__FRONTAL_2.jpg"/>
          <p:cNvPicPr>
            <a:picLocks noChangeAspect="1"/>
          </p:cNvPicPr>
          <p:nvPr/>
        </p:nvPicPr>
        <p:blipFill>
          <a:blip r:embed="rId2"/>
          <a:srcRect l="556" r="556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Rosa Norte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Executivo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· executivo MOMO Arquitetura (EX-ARQ R01, 56 pranchas) · Memorial Descritivo R01 · Conferência de Projetos e Divergências · projeto de interiores Seazone e anteprojeto Studio Hall · Briefing de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Avenida Central da Praia do Rosa · Ibiraquera · Imbituba/SC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Rosa Norte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projeto executivo da MOMO Arquitetura</a:t>
            </a:r>
            <a:r>
              <a:rPr sz="750" b="0">
                <a:solidFill>
                  <a:srgbClr val="333333"/>
                </a:solidFill>
                <a:latin typeface="Arial"/>
              </a:rPr>
              <a:t> e o projeto de interiores da Seazone: o que a imagem vendeu, o que o executivo especifica, onde divergem e o que validar antes da compra e da execução.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materiais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frontal, jardim e lateral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Conferência de fachadas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solicitações pranchas 39–42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executivo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de projeto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× executivo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cor e revestimento o executivo define?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Onde o executivo diverge da imagem vendida?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 conferência pediu para corrigir?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(1.19 - [3096] Rosa Norte Spot / 02 - Projetos): 08 - Projeto Arquitetônico (imagens 3D, executivo, interiores), 09 - Memorial Descritivo, 00 - Premissas de Projeto e a Conferência de Projetos. Foco: imagens externas, texturas e interiores.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e legenda técnica  ·  conferência das fachadas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ROSA NORTE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889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LATERAL_1.jpg"/>
          <p:cNvPicPr>
            <a:picLocks noChangeAspect="1"/>
          </p:cNvPicPr>
          <p:nvPr/>
        </p:nvPicPr>
        <p:blipFill>
          <a:blip r:embed="rId4"/>
          <a:srcRect t="330" b="330"/>
          <a:stretch>
            <a:fillRect/>
          </a:stretch>
        </p:blipFill>
        <p:spPr>
          <a:xfrm>
            <a:off x="502920" y="1170432"/>
            <a:ext cx="5074920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031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LATERAL 1 (ESQUINA)</a:t>
            </a:r>
          </a:p>
        </p:txBody>
      </p:sp>
      <p:sp>
        <p:nvSpPr>
          <p:cNvPr id="13" name="Oval 12"/>
          <p:cNvSpPr/>
          <p:nvPr/>
        </p:nvSpPr>
        <p:spPr>
          <a:xfrm>
            <a:off x="2603296" y="13780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26156" y="14008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045055" y="178902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67915" y="181188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821277" y="174650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44137" y="176936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755544" y="184571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78404" y="186857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943557" y="231343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66417" y="233629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516782" y="197327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39642" y="199613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654046" y="224256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76906" y="226542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3110788" y="289453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33648" y="291739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3719779" y="285201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42639" y="287487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2654046" y="314965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676906" y="317251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170432"/>
            <a:ext cx="28803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2435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46304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Caixa d'água com logo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Seazone iluminado no topo</a:t>
            </a:r>
          </a:p>
        </p:txBody>
      </p:sp>
      <p:sp>
        <p:nvSpPr>
          <p:cNvPr id="37" name="Oval 36"/>
          <p:cNvSpPr/>
          <p:nvPr/>
        </p:nvSpPr>
        <p:spPr>
          <a:xfrm>
            <a:off x="589788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9222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Pergolado do ático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metálico, pintura Nanquim</a:t>
            </a:r>
          </a:p>
        </p:txBody>
      </p:sp>
      <p:sp>
        <p:nvSpPr>
          <p:cNvPr id="39" name="Oval 38"/>
          <p:cNvSpPr/>
          <p:nvPr/>
        </p:nvSpPr>
        <p:spPr>
          <a:xfrm>
            <a:off x="589788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12140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 do ático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vidro com perfil preto</a:t>
            </a:r>
          </a:p>
        </p:txBody>
      </p:sp>
      <p:sp>
        <p:nvSpPr>
          <p:cNvPr id="41" name="Oval 40"/>
          <p:cNvSpPr/>
          <p:nvPr/>
        </p:nvSpPr>
        <p:spPr>
          <a:xfrm>
            <a:off x="589788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45059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vegetação pendente nas bordas</a:t>
            </a:r>
          </a:p>
        </p:txBody>
      </p:sp>
      <p:sp>
        <p:nvSpPr>
          <p:cNvPr id="43" name="Oval 42"/>
          <p:cNvSpPr/>
          <p:nvPr/>
        </p:nvSpPr>
        <p:spPr>
          <a:xfrm>
            <a:off x="589788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77977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 vertical amadeirado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ripas em frente às janelas</a:t>
            </a:r>
          </a:p>
        </p:txBody>
      </p:sp>
      <p:sp>
        <p:nvSpPr>
          <p:cNvPr id="45" name="Oval 44"/>
          <p:cNvSpPr/>
          <p:nvPr/>
        </p:nvSpPr>
        <p:spPr>
          <a:xfrm>
            <a:off x="589788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10896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Forro e iluminação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PVC cor madeira com spots embutidos</a:t>
            </a:r>
          </a:p>
        </p:txBody>
      </p:sp>
      <p:sp>
        <p:nvSpPr>
          <p:cNvPr id="47" name="Oval 46"/>
          <p:cNvSpPr/>
          <p:nvPr/>
        </p:nvSpPr>
        <p:spPr>
          <a:xfrm>
            <a:off x="589788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43814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Vigas de bordo e lajes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pintura Nanquim + textura rolada</a:t>
            </a:r>
          </a:p>
        </p:txBody>
      </p:sp>
      <p:sp>
        <p:nvSpPr>
          <p:cNvPr id="49" name="Oval 48"/>
          <p:cNvSpPr/>
          <p:nvPr/>
        </p:nvSpPr>
        <p:spPr>
          <a:xfrm>
            <a:off x="589788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76732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Hall de acesso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painel amadeirado com logo Seazone</a:t>
            </a:r>
          </a:p>
        </p:txBody>
      </p:sp>
      <p:sp>
        <p:nvSpPr>
          <p:cNvPr id="51" name="Oval 50"/>
          <p:cNvSpPr/>
          <p:nvPr/>
        </p:nvSpPr>
        <p:spPr>
          <a:xfrm>
            <a:off x="589788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09651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Pele de vidro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fachada envidraçada da recepção</a:t>
            </a:r>
          </a:p>
        </p:txBody>
      </p:sp>
      <p:sp>
        <p:nvSpPr>
          <p:cNvPr id="53" name="Oval 52"/>
          <p:cNvSpPr/>
          <p:nvPr/>
        </p:nvSpPr>
        <p:spPr>
          <a:xfrm>
            <a:off x="589788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42569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Muro de pedra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pedra São Tomé retalho branca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096512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fachada vendida combina volumes claros (Prata) marcados por vigas de bordo escuras (Nanquim), brises verticais amadeirados em frente às janelas e forro de madeira com spots sob as lajes. No topo, pergolado escuro e caixa d'água com o logo Seazone; na base, hall com painel amadeirado e pele de vidro sobre muro de pedra.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elevações 39 a 42, detalhamentos 54/55 (EX-ARQ R01) e Memorial Descritivo R01 (26.3.3).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rata.jpg"/>
          <p:cNvPicPr>
            <a:picLocks noChangeAspect="1"/>
          </p:cNvPicPr>
          <p:nvPr/>
        </p:nvPicPr>
        <p:blipFill>
          <a:blip r:embed="rId4"/>
          <a:srcRect l="4151" r="4151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Pintura Prata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externas, floreiras e caixa d'água.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acrílica cor Prata + textura rolada Suvinil (elevações e memorial 26.3.3).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imagem: painel-teste antes da compra.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borda.jpg"/>
          <p:cNvPicPr>
            <a:picLocks noChangeAspect="1"/>
          </p:cNvPicPr>
          <p:nvPr/>
        </p:nvPicPr>
        <p:blipFill>
          <a:blip r:embed="rId5"/>
          <a:srcRect l="28526" r="28526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Pintura Nanquim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vigas de bordo, lajes aparentes e pergolado.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acrílica cor Nanquim + textura rolada Suvinil · lajes impermeabilizadas aparentes (elevações).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tom no pergolado (pintura eletrostática Nanquim).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brise.jpg"/>
          <p:cNvPicPr>
            <a:picLocks noChangeAspect="1"/>
          </p:cNvPicPr>
          <p:nvPr/>
        </p:nvPicPr>
        <p:blipFill>
          <a:blip r:embed="rId6"/>
          <a:srcRect t="24834" b="24834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Brises verticais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 das janelas das unidades.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elevações: brises em PVC · prancha 55: alumínio tubo TG 04, cor BZE 005 (Opentech) · memorial: alumínio "cor XXX".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diverge no próprio executivo · faltam brises em janelas. CRÍTICO ·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forro.jpg"/>
          <p:cNvPicPr>
            <a:picLocks noChangeAspect="1"/>
          </p:cNvPicPr>
          <p:nvPr/>
        </p:nvPicPr>
        <p:blipFill>
          <a:blip r:embed="rId7"/>
          <a:srcRect l="34734" r="34734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Forro de madeira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face inferior das lajes, marquises e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forro PVC cor Madeira Brun 02, Plasbil (elevações, pranchas de forro e memorial 26.3.3).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amostra da cor contra a imagem.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gradil.jpg"/>
          <p:cNvPicPr>
            <a:picLocks noChangeAspect="1"/>
          </p:cNvPicPr>
          <p:nvPr/>
        </p:nvPicPr>
        <p:blipFill>
          <a:blip r:embed="rId8"/>
          <a:srcRect l="28964" r="28964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Gradil das condensadoras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caixas abaixo das janelas das unidades.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gradil metálico cor próxima da madeira do forro, conforme detalhamento (elevações).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reposicionamento das condensadoras tirou brises de janelas: corrigir.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gc.jpg"/>
          <p:cNvPicPr>
            <a:picLocks noChangeAspect="1"/>
          </p:cNvPicPr>
          <p:nvPr/>
        </p:nvPicPr>
        <p:blipFill>
          <a:blip r:embed="rId9"/>
          <a:srcRect l="26140" r="26140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sacadas e ático.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alumínio com pintura eletrostática preto fosco + vidro temperado laminado (elevações e memorial MOMO).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briefing: vidro com perfil "U" inox. Definir perfil.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executivo MOMO R01, Memorial Descritivo R01 e Conferência de Projetos.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esq.jpg"/>
          <p:cNvPicPr>
            <a:picLocks noChangeAspect="1"/>
          </p:cNvPicPr>
          <p:nvPr/>
        </p:nvPicPr>
        <p:blipFill>
          <a:blip r:embed="rId4"/>
          <a:srcRect l="11817" r="11817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janelas, porta-janelas e hall.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alumínio pintura eletrostática preto fosco, vidro temperado incolor (quadro de esquadrias) · memorial: linha 32.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conferência: linha 32 (gold) não indicada no projeto.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pergola.jpg"/>
          <p:cNvPicPr>
            <a:picLocks noChangeAspect="1"/>
          </p:cNvPicPr>
          <p:nvPr/>
        </p:nvPicPr>
        <p:blipFill>
          <a:blip r:embed="rId5"/>
          <a:srcRect l="16071" r="16071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do ático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terraço do rooftop.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pergolado em aço/alumínio com pintura eletrostática cor Nanquim (prancha 54 e memorial).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 (pergolado escuro).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flor.jpg"/>
          <p:cNvPicPr>
            <a:picLocks noChangeAspect="1"/>
          </p:cNvPicPr>
          <p:nvPr/>
        </p:nvPicPr>
        <p:blipFill>
          <a:blip r:embed="rId6"/>
          <a:srcRect l="15690" r="15690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bordas das sacadas e do ático.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floreiras com pintura acrílica Prata e textura rolada · memorial: jardineiras com vegetação.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conferência: faltam floreiras na fachada lateral direita (prancha 42).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botanica.jpg"/>
          <p:cNvPicPr>
            <a:picLocks noChangeAspect="1"/>
          </p:cNvPicPr>
          <p:nvPr/>
        </p:nvPicPr>
        <p:blipFill>
          <a:blip r:embed="rId7"/>
          <a:srcRect l="8370" r="8370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Painel do hall + logo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fachada do hall de acesso.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em porcelanato Botanica Ambar MA 19,7×120 (Decortiles) com logo Seazone iluminado.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conferência pede reavaliar o revestimento da frente (pedra Atacama como alternativa).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edra.jpg"/>
          <p:cNvPicPr>
            <a:picLocks noChangeAspect="1"/>
          </p:cNvPicPr>
          <p:nvPr/>
        </p:nvPicPr>
        <p:blipFill>
          <a:blip r:embed="rId8"/>
          <a:srcRect l="27075" r="27075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Pedra São Tomé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muro da base e escada de acesso.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revestida com pedra São Tomé retalho cor branca (elevação frontal) · pingadeiras em granito Andorinha.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conferência pede reavaliar o revestimento: confirmar antes da compra.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letreiro.jpg"/>
          <p:cNvPicPr>
            <a:picLocks noChangeAspect="1"/>
          </p:cNvPicPr>
          <p:nvPr/>
        </p:nvPicPr>
        <p:blipFill>
          <a:blip r:embed="rId9"/>
          <a:srcRect l="15690" r="15690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Comunicação visual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caixa d'água e fachada do hall.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logo Seazone iluminado na caixa d'água e letreiro ROSA NORTE SPOT · elevação: "logo conforme projeto específico".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falta comunicação visual nas quatro elevações e pontos elétricos dos logos. PENDENTE.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frontal (Av. Central da Praia do Rosa)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FRONTAL_1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8288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FRONTAL 1</a:t>
            </a:r>
          </a:p>
        </p:txBody>
      </p:sp>
      <p:sp>
        <p:nvSpPr>
          <p:cNvPr id="13" name="Oval 12"/>
          <p:cNvSpPr/>
          <p:nvPr/>
        </p:nvSpPr>
        <p:spPr>
          <a:xfrm>
            <a:off x="3067812" y="124340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0672" y="126626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519171" y="144895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42031" y="147181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662172" y="151319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85031" y="153605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793492" y="175729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16352" y="178015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382012" y="193715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04872" y="196001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067812" y="205278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90672" y="207564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427732" y="247674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50591" y="249960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382012" y="281077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04872" y="283363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3387852" y="275938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10712" y="278224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1924812" y="309341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47672" y="311627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257800" y="1170432"/>
          <a:ext cx="3383280" cy="329184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(executivo MOMO R01)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Caixa d'água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Prata + textura · logo Seazone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Metálico, pintura eletrostática Nanquim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ático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 fosco + vidro laminado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Vigas de bordo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Nanquim + textura rolada · forro PVC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(elevação) × alumínio (prancha 55)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Prata + textura rolada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Sacada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alumínio preto + 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Hall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Botanica Ambar 19,7×120 + logo iluminado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ROSA NORTE SPOT · projeto específico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Base e escada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São Tomé retalho branca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FACHADA FRONTAL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frente é assimétrica: brises verticais amadeirados nas laterais, floreiras ao centro e vigas escuras marcando os pavimentos. O executivo reproduz cores, forro e pergolado; a conferência aponta falta de comunicação visual e pede definir o material dos brises e dos revestimentos da 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do jardim e sacadas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JARDIM.jpg"/>
          <p:cNvPicPr>
            <a:picLocks noChangeAspect="1"/>
          </p:cNvPicPr>
          <p:nvPr/>
        </p:nvPicPr>
        <p:blipFill>
          <a:blip r:embed="rId4"/>
          <a:srcRect l="8756" r="8756"/>
          <a:stretch>
            <a:fillRect/>
          </a:stretch>
        </p:blipFill>
        <p:spPr>
          <a:xfrm>
            <a:off x="502920" y="1170432"/>
            <a:ext cx="237744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002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JARDIM</a:t>
            </a:r>
          </a:p>
        </p:txBody>
      </p:sp>
      <p:sp>
        <p:nvSpPr>
          <p:cNvPr id="13" name="Oval 12"/>
          <p:cNvSpPr/>
          <p:nvPr/>
        </p:nvSpPr>
        <p:spPr>
          <a:xfrm>
            <a:off x="838504" y="175839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1364" y="178125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694395" y="211866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255" y="214152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097901" y="219071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0761" y="221357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86120" y="262304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08980" y="264590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789627" y="237085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12487" y="239371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193133" y="247893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15993" y="250179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521464" y="276715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4324" y="279001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213189" y="305537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36049" y="307823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414942" y="395606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37802" y="397892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063240" y="1170432"/>
          <a:ext cx="5577840" cy="323697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43000"/>
                <a:gridCol w="347472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(executivo /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ático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pintura eletrostática preto fosco + vidro temperado laminado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do beiral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PVC cor Madeira Brun 02 (Plasbil) com spots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 verticais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(elevações) × alumínio TG 04 cor BZE 005 (prancha 55) × memorial alumínio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Gradil condensadoras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Metálico, cor próxima da madeira do 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Prata + textura rolada · vegetação 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Aço/alumínio com pintura eletrostática Nanquim (prancha 54)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acrílica Prata + textura rolada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Sacadas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preto · piso das varandas Munari Branco (MOMO)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de pedra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São Tomé retalho branca · reavaliar (conferência)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063240" y="44988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Conferência (prancha 40): brise em TODAS as janelas; algumas perderam o brise ao reposicionar as condensadoras. O muro perdeu a borda cinza da imagem.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lateral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LATERAL_4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8288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LATERAL 4</a:t>
            </a:r>
          </a:p>
        </p:txBody>
      </p:sp>
      <p:sp>
        <p:nvSpPr>
          <p:cNvPr id="13" name="Oval 12"/>
          <p:cNvSpPr/>
          <p:nvPr/>
        </p:nvSpPr>
        <p:spPr>
          <a:xfrm>
            <a:off x="2702051" y="13975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24911" y="14204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113532" y="173159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36391" y="175445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662172" y="192430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85031" y="194716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199132" y="202708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21991" y="204994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239012" y="232257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61872" y="234543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559052" y="246389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81912" y="248675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656332" y="254098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79191" y="256384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3387852" y="232257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10712" y="234543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2656332" y="324758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79191" y="327044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57800" y="1170432"/>
          <a:ext cx="3383280" cy="323697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Caixa d'água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Logo Seazone iluminado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Metálico Nanquim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 fosco + 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Prata + vegetação na borda do ático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 todas as janelas (conferência)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Gradil AC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Metálico cor da madeira do 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Vigas de bordo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Nanquim + forro PVC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Prata + textura rolada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 com vegetação · borda cinza retirada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FACHADA LATERAL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lateral repete o ritmo de janelas com brises verticais e caixas amadeiradas (gradil das condensadoras) sob as janelas, com floreiras nos vértices. A conferência (pranchas 40 e 41) pede brise em todas as janelas e comunicação visual.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CONFERÊNCIA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Solicitações da conferência (pranchas 39 a 42)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Slides "Fachadas: solicitações de alteração marcadas nas pranchas" e Relatório de Divergências (Conferência de Projetos Executivos, jun/2026).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exec_fachada39.jpg"/>
          <p:cNvPicPr>
            <a:picLocks noChangeAspect="1"/>
          </p:cNvPicPr>
          <p:nvPr/>
        </p:nvPicPr>
        <p:blipFill>
          <a:blip r:embed="rId4"/>
          <a:srcRect l="5327" r="5327"/>
          <a:stretch>
            <a:fillRect/>
          </a:stretch>
        </p:blipFill>
        <p:spPr>
          <a:xfrm>
            <a:off x="576072" y="1399032"/>
            <a:ext cx="1819656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6072" y="2752344"/>
            <a:ext cx="731520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PRANCHA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962656"/>
            <a:ext cx="1819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Fachada frontal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3273552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218688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Falta comunicação visual (logo no bloco da caixa d'água).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749039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3694176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Brises: compatibilizar material (memorial: alumínio × projeto: PVC).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4224528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169664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Reavaliar revestimentos (alternativa: pedra Atacama).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6_BOOK_ASSETS__exec_fachada40.jpg"/>
          <p:cNvPicPr>
            <a:picLocks noChangeAspect="1"/>
          </p:cNvPicPr>
          <p:nvPr/>
        </p:nvPicPr>
        <p:blipFill>
          <a:blip r:embed="rId5"/>
          <a:srcRect l="5225" r="5225"/>
          <a:stretch>
            <a:fillRect/>
          </a:stretch>
        </p:blipFill>
        <p:spPr>
          <a:xfrm>
            <a:off x="2633472" y="1399032"/>
            <a:ext cx="1819656" cy="12801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633472" y="2752344"/>
            <a:ext cx="731520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PRANCHA 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2962656"/>
            <a:ext cx="1819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Lateral esquerda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33472" y="3273552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9776" y="3218688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Falta comunicação visual.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33472" y="3749039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9776" y="3694176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Brise em TODAS as janelas (as que ficaram sem por causa da condensadora).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33472" y="4224528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9776" y="4169664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Muro sem a borda cinza da imagem.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6_BOOK_ASSETS__exec_fachada41.jpg"/>
          <p:cNvPicPr>
            <a:picLocks noChangeAspect="1"/>
          </p:cNvPicPr>
          <p:nvPr/>
        </p:nvPicPr>
        <p:blipFill>
          <a:blip r:embed="rId6"/>
          <a:srcRect l="5327" r="5327"/>
          <a:stretch>
            <a:fillRect/>
          </a:stretch>
        </p:blipFill>
        <p:spPr>
          <a:xfrm>
            <a:off x="4690872" y="1399032"/>
            <a:ext cx="1819656" cy="128016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690872" y="2752344"/>
            <a:ext cx="731520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PRANCHA 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0872" y="2962656"/>
            <a:ext cx="1819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Fachada posterior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3273552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37176" y="3218688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Faltam brises (2 pontos).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90872" y="3749039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7176" y="3694176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Viga contínua: conferir representação.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90872" y="4224528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37176" y="4169664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Falta comunicação visual.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6_BOOK_ASSETS__exec_fachada42.jpg"/>
          <p:cNvPicPr>
            <a:picLocks noChangeAspect="1"/>
          </p:cNvPicPr>
          <p:nvPr/>
        </p:nvPicPr>
        <p:blipFill>
          <a:blip r:embed="rId7"/>
          <a:srcRect l="5225" r="5225"/>
          <a:stretch>
            <a:fillRect/>
          </a:stretch>
        </p:blipFill>
        <p:spPr>
          <a:xfrm>
            <a:off x="6748272" y="1399032"/>
            <a:ext cx="1819656" cy="128016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6748272" y="2752344"/>
            <a:ext cx="731520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PRANCHA 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2962656"/>
            <a:ext cx="1819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Lateral direita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48272" y="3273552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94576" y="3218688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Faltam floreiras (3 pontos).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48272" y="3749039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94576" y="3694176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Seguir as floreiras das imagens de venda.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Elevação frontal: notas de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07822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exec_fachada39.jpg"/>
          <p:cNvPicPr>
            <a:picLocks noChangeAspect="1"/>
          </p:cNvPicPr>
          <p:nvPr/>
        </p:nvPicPr>
        <p:blipFill>
          <a:blip r:embed="rId4"/>
          <a:srcRect l="14902" r="14902"/>
          <a:stretch>
            <a:fillRect/>
          </a:stretch>
        </p:blipFill>
        <p:spPr>
          <a:xfrm>
            <a:off x="502920" y="1170432"/>
            <a:ext cx="402336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031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EXECUTIVO · ELEVAÇÃO FRONTAL (39/56)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663440" y="1170432"/>
          <a:ext cx="3977640" cy="336498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143000"/>
                <a:gridCol w="2194560"/>
                <a:gridCol w="64008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no executivo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Ref.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acrílica Prata + textura rolada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39–42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Vigas / lajes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acrílica Nanquim + textura rolada Suvinil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39–42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cor Madeira Brun 02 (Plasbil)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26–29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conforme detalhamento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39–42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 (detalhe)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tubo TG 04, cor BZE 005 (Opentech)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55/56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Gradil AC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Metálico, cor próxima da madeira do 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39–42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 fosco + vidro temperado laminado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39–42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 fosco + vidro temperado incolor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44/45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Aço/alumínio, pintura eletrostática Nanquim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Hall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Botanica Ambar 19,7×120 (Decortiles)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39/21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São Tomé retalho branca · pingadeira granito Andorinha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Identidade visual conforme projeto específico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Imagem de lançamento × executivo MOMO R01, memorial e conferência.  DEFINIDO = convergem  ·  A VALIDAR = divergem ou sem detalhe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514600"/>
                <a:gridCol w="347472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MOMO R01 / Memorial R01 / Conferência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claro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Prata + textura rolada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Vigas de bordo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Faixas escuras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Nanquim + textura rolada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com spots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cor Madeira Brun 02 (Plasbil)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Ripas verticais amadeiradas em todas as janelas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(elevações) × alumínio BZE 005 (prancha 55) · faltam 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Condensadoras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Caixas amadeiradas sob janelas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Gradil metálico cor da madeira do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 fosco + vidro · briefing: perfil "U" inox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 fosco · linha 32 não indicada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Metálico Nanquim (prancha 54)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 todas as fachadas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Prata · faltam floreiras na lateral direita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Hall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amadeirado + logo + pele de 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Botanica Ambar 19,7×120 · reavaliar revestimento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Base e 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clara, muro com borda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São Tomé · borda cinza retirada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 e 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Seazone na caixa d'água + ROSA NORTE SPOT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comunicação visual nem pontos elétricos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Spots sobre as janelas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na fachada não previstos no elétrico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 infinita com pastilha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20×20 Eliane · aquecimento solar ausente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Conceito Seazone  ·  anteprojeto Studio Hall  ·  recepção  ·  rooftop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ROSA NORTE SPOT  ·  BOOK DE PREMISSAS DE FACHADA E INTERIORES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anteprojeto Studio Hall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Análise de Aderência (Seazone, 13/07/2026): anteprojeto de interiores do Studio Hall × imagens de venda. A "casca" está aderente; as divergências estão no mobiliário e na ambientação.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42032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560320"/>
                <a:gridCol w="251460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Imagem de venda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Anteprojeto Studio Hall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 · poltronas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Creme com estrutura preta fina + poltrona butterfly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Poltrona orgânica bouclé + poltronas tub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 · 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Cônico em fibra natural, trama fechada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Bambu/rattan em camadas vazadas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Logo Rosa Norte Spot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"SPOT" com toggle colorido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Logo todo escuro, sem toggle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de vidro liso (produtos à vista)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Vidro canelado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Gourmet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Marcenaria grafite/cinza-escuro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Marcenaria branca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 e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Espreguiçadeiras estofadas, almofadas terrosas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Sem estofado, almofadas azul-marinho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Casca geral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Pisos, forro de madeira, painéis, jardim vertical, pérgola, fire pit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Reproduzidos com boa correspondência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Vale o conceito das imagens de venda Seazone (10 - Projeto de Interiores / 00 - Projeto Seazone). Onde o anteprojeto do Studio Hall diverge (mobiliário, tecidos, logo, portas do mini market, marcenaria da gourmet), retornar à imagem antes do detalhamento.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Recepção, hall e corredores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e_corredor__Editada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SEAZONE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e_corredor__Editada_04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CORREDOR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Painel ripado de madeira com logo Rosa Norte Spot; corredor com perfil de LED e quadros de ativação.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(executivo MOMO · briefing · LOG · conferência)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Parede-destaque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ripado + painel liso de madeira com logo (imagem) · briefing: chapa de PVC imita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Executivo: Botanica Ambar 19,7×120 + pintura Geada · briefing: cimento queimado areia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Executivo: Munari Cimento 90×90 × conferência: mesmo piso das unidades (Munari Branco)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Rodapé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Poliestireno branco de sobrepor, quina viva (executivo e 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acartonado, pintura Branco Neve fosco · briefing: forro modular nos corredores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Painéis em PVC imita madeira + perfil de LED seguindo os quadros (LOG) · pintura Outono Gelado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Brancas, marcos de madeira, numeração preta sobre a porta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Pendente de fibra + spots pretos · conferência: pontos não refletem a imagem, sem arandelas nas 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Poltronas creme com estrutura preta, poltrona butterfly, tapetes redondos taupe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gourmet interno e mini market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Editada_01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GOURMET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Editada_03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7373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PAINEL "SEU LUGAR FORA DE CASA"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Forro de madeira com trilhos de spots pretos; mini market com letreiro preto sobre madeira e prateleiras iluminadas.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executivo · conferência · aderência)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PVC acabamento amadeirado (briefing e imagem) · conferência: forro especificado não corresponde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Cimento queimado cinza + painel em PVC imita madeira (briefing) · pintura Outono Gelado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Painel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"Seu lugar fora de casa" em madeira com frisos de LED verticais (aderente)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(briefing) · Munari Cimento 90×90 Eliane (executivo)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Layout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Conferência: incluir o Mini Market e retirar uma das pias da planta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Letreiro preto sobre madeira, portas de vidro liso, pontos para geladeira e LED das prateleiras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Gourmet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Tampo preto, frigobar preto, micro-ondas em nicho de madeira · marcenaria grafite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Trilhos de sobrepor pretos (briefing e 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Mesas pretas, cadeiras creme com estrutura preta, banquetas altas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 externo e piscina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Editada_08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PISCINA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Editada_05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459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PÉRGOLA + JARDIM VERTICAL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Banco fixo com almofadas junto à piscina, fire pit, poltronas Acapulco pretas e jardim vertical sob a pérgola.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executivo MOMO · LOG · conferência)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revestimento esverdeado 20×20 · executivo: porcelanato 20×20 Eliane (piso e paredes)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Solar (briefing e memorial 20.8) · conferência: ausente no hidrossanitário · 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Munari Cimento 90×90 Eliane (executivo) · briefing: porcelanato 90×90 antiderrapante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Prata + textura rolada · jardim vertical (imagem e briefing: parede verde)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Banco em alvenaria junto à piscina (LOG, indicação 02) com tomadas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Pérgola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Metálica escura, pintura eletrostática Nanquim (prancha 54)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Ducha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Ducha de piso com ralo embutido (briefing e LOG, indicação 03)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Conferência: sem reforço para poltrona em balanço × briefing: balanço "não deverá ser previsto"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Fire pit, Acapulco pretas, espreguiçadeiras estofadas, almofadas terrosas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ssential__Editada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TIPOLOGIA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ssential__Editada_04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GARDEN · DECK MADEIRA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Tipologias A a F com imagens, panoramas e plantas humanizadas; tipologia E (215) com sacada e banheira na imagem de venda.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(executivo MOMO · briefing · moodboard · conferência)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Munari Branco AC 90×90 Eliane (executivo) · moodboard: porcelanato 90×90 cinza acetinado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Ouro Branco (executivo) × briefing: branco gelo acetinado · moodboard: textura velvet cinza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Conferência: banheiro todo em revestimento × projeto: pintura Calopsita com porcelanato só no box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Gardens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Imagem: porcelanato imitando ripas de madeira · briefing: deck de madeira · não indicado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Varandas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Munari Branco 90×90 (executivo) · briefing: porcelanato 90×90 antiderrapante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rícori nativo e cinza cristal com metal preto fosco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polido na 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Kit porta pronta lisa branca, guarnição 7 cm (memorial) · conferência: não indicado nas pranchas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Hidromassagem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Banheira na imagem da unidade 215: prever infraestrutura (conferência)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dos renders de interiores Seazone.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ripado.jpg"/>
          <p:cNvPicPr>
            <a:picLocks noChangeAspect="1"/>
          </p:cNvPicPr>
          <p:nvPr/>
        </p:nvPicPr>
        <p:blipFill>
          <a:blip r:embed="rId4"/>
          <a:srcRect t="14629" b="14629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Painel ripado de madeira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do logo na recepção.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ripado + painel liso de madeira (imagem) · briefing: chapa de PVC imita madeira.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ponto do logo iluminado antes do painel.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ledcorr.jpg"/>
          <p:cNvPicPr>
            <a:picLocks noChangeAspect="1"/>
          </p:cNvPicPr>
          <p:nvPr/>
        </p:nvPicPr>
        <p:blipFill>
          <a:blip r:embed="rId5"/>
          <a:srcRect t="8269" b="8269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Perfil de LED + quadros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dos corredores.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perfil de LED embutido seguindo os quadros de ativação (LOG, referência 01).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arandelas nas portas e pontos de LED não previstos no elétrico.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pendente.jpg"/>
          <p:cNvPicPr>
            <a:picLocks noChangeAspect="1"/>
          </p:cNvPicPr>
          <p:nvPr/>
        </p:nvPicPr>
        <p:blipFill>
          <a:blip r:embed="rId6"/>
          <a:srcRect t="9175" b="9175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Pendente de fibra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pendente cônico em fibra natural/juta, trama fechada (imagem).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anteprojeto Studio Hall trocou por bambu vazado: seguir a imagem.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forrorooftop.jpg"/>
          <p:cNvPicPr>
            <a:picLocks noChangeAspect="1"/>
          </p:cNvPicPr>
          <p:nvPr/>
        </p:nvPicPr>
        <p:blipFill>
          <a:blip r:embed="rId7"/>
          <a:srcRect l="26138" r="2613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Forro de madeira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gourmet interno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forro PVC acabamento amadeirado com trilhos de spots pretos (briefing e imagem).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conferência: forro do rooftop especificado não corresponde.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ainelseu.jpg"/>
          <p:cNvPicPr>
            <a:picLocks noChangeAspect="1"/>
          </p:cNvPicPr>
          <p:nvPr/>
        </p:nvPicPr>
        <p:blipFill>
          <a:blip r:embed="rId8"/>
          <a:srcRect t="30940" b="30940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Painel "Seu lugar fora de casa"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 interno.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de madeira com frisos de LED verticais e frase em preto (imagem e aderência).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ponto de LED embutido no painel.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jardim.jpg"/>
          <p:cNvPicPr>
            <a:picLocks noChangeAspect="1"/>
          </p:cNvPicPr>
          <p:nvPr/>
        </p:nvPicPr>
        <p:blipFill>
          <a:blip r:embed="rId9"/>
          <a:srcRect t="22702" b="22702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Jardim vertical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 externo, sob a pérgola.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jardim vertical (imagem) · briefing: painel em PVC imita madeira + parede verde na área externa.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sistema, irrigação e fixação. A VALIDAR.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do Moodboard Rosa Norte Spot (validação de interiores).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ricori.jpg"/>
          <p:cNvPicPr>
            <a:picLocks noChangeAspect="1"/>
          </p:cNvPicPr>
          <p:nvPr/>
        </p:nvPicPr>
        <p:blipFill>
          <a:blip r:embed="rId4"/>
          <a:srcRect l="9286" r="9286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rícori nativo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cabeceira, marcenaria e bancada de apoio.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rícori nativo, amadeirado (moodboard).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LED da cabeceira conforme briefing.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cinzacristal.jpg"/>
          <p:cNvPicPr>
            <a:picLocks noChangeAspect="1"/>
          </p:cNvPicPr>
          <p:nvPr/>
        </p:nvPicPr>
        <p:blipFill>
          <a:blip r:embed="rId5"/>
          <a:srcRect l="9286" r="9286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cinza cristal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da copa e armários.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cinza cristal, liso (moodboard).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padrão em todas as tipologias.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metal.jpg"/>
          <p:cNvPicPr>
            <a:picLocks noChangeAspect="1"/>
          </p:cNvPicPr>
          <p:nvPr/>
        </p:nvPicPr>
        <p:blipFill>
          <a:blip r:embed="rId6"/>
          <a:srcRect l="9286" r="9286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Metal preto fosco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arara, estantes e estruturas.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metal preto fosco (moodboard).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acabamento nas peças metálicas e metais.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porc90.jpg"/>
          <p:cNvPicPr>
            <a:picLocks noChangeAspect="1"/>
          </p:cNvPicPr>
          <p:nvPr/>
        </p:nvPicPr>
        <p:blipFill>
          <a:blip r:embed="rId7"/>
          <a:srcRect l="9286" r="9286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90×90 cinza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das unidades.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90×90 cinza acetinado (moodboard) · executivo: Munari Branco AC 90×90 Eliane.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fechar referência (cinza × branco) antes da compra.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saogabriel.jpg"/>
          <p:cNvPicPr>
            <a:picLocks noChangeAspect="1"/>
          </p:cNvPicPr>
          <p:nvPr/>
        </p:nvPicPr>
        <p:blipFill>
          <a:blip r:embed="rId8"/>
          <a:srcRect l="9286" r="9286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São Gabriel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 da copa.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São Gabriel polido (moodboard).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deixar pontos conforme briefing (cooktop e frigobar centralizados).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velvet.jpg"/>
          <p:cNvPicPr>
            <a:picLocks noChangeAspect="1"/>
          </p:cNvPicPr>
          <p:nvPr/>
        </p:nvPicPr>
        <p:blipFill>
          <a:blip r:embed="rId9"/>
          <a:srcRect l="9286" r="9286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velvet cinza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cabeceira.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velvet cinza (moodboard) · executivo: pintura Ouro Branco nas paredes.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paredes com textura antes da pintura. A VALIDAR.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Seazone × executivo MOMO R01, briefing, LOG, conferência e anteprojeto Studio Hall.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Conceito Seazone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/ briefing / conferência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recepção e corredor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bege grande formato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Munari Cimento × conferência: mesmo piso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+ painel de madeira com logo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Botanica Ambar (executivo) · PVC imita madeira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Poltronas creme + butterfly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Studio Hall: bouclé + tub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LED + quadros + portas brancas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Perfil LED e painéis PVC (LOG) · arandelas não previstas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com trilhos pretos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especificado não corresponde (conferência)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liso, prateleiras iluminadas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Fora da planta de layout · Studio Hall: vidro canelado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Gourmet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Marcenaria grafite, tampo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Studio Hall: marcenaria branca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 infinita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20×20 · esverdeado (briefing) · sem aquecimento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Pérgola e jardim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Pérgola escura + jardim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Pérgola Nanquim (prancha 54) · aderente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Claro, grande formato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Munari Branco (executivo) × cinza acetinado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Banheiros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Conferência: todo em revestimento × projeto só no box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Gardens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ripas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indicado · briefing: deck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Marcenaria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clara + cinza +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Rícori nativo, cinza cristal, metal preto, São Gabriel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Hidromassagem 215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Banheira na sacada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Infraestrutura a prever (conferência)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no Briefing de Projeto  ·  cruzamento com o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ROSA NORTE SPOT  ·  BOOK DE PREMISSAS DE FACHADA E INTERIORES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executivo: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de acabamento marcadas em "[Rosa Norte Spot] Briefing de Projeto" (coluna "Conferência") × executivo MOMO R01 e Memorial R01.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/ memoriais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 arquitetônico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(elevações) × alumínio (prancha 55 e 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claro · borda cinza retirada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(gold) · preto fosco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 fosco · linha não indicada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"U" inox, vidro incolor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 fosco + vidro laminado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areia + chapa PVC imita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Botanica Ambar 19,7×120 + Geada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cinza + painel PVC madeira · forro PVC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não corresponde (conferência)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Outono Gelado + cimento queimado areia + perfil de LED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Geada (executivo)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em PVC imita madeira + parede verde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Jardim vertical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Munari Cimento 90×90 Eliane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Ouro Branco (executivo)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 BWC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Calopsita + porcelanato no box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Gardens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indicado na paginação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 20×20 · aquecimento solar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20×20 · sem aquecimento no hidro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Kit porta pronta lisa branca, guarnição 7 cm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branca (quadro) · kit não indicado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Ducha e banco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Ducha de piso · banco de alvenaria no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Indicações 02 e 03 do LOG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ROSA NORTE SPOT  ·  BOOK DE PREMISSAS DE FACHADA E INTERIORES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Material diverge no próprio executivo: PVC nas elevações × alumínio na prancha 55.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 em todas as janelas, como na imagem de venda.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Não fabricar antes de fechar material, cor e fixação.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CORES E REVESTIMENTOS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Prata nas paredes e Nanquim nas vigas: painel-teste antes da compra.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Botanica Ambar e pedra São Tomé em reavaliação (conferência).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Forro PVC Madeira Brun 02: aprovar amostra.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Logo Seazone na caixa d'água e letreiro ROSA NORTE SPOT sem projeto.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Prever pontos elétricos dos logos e da iluminação da fachada.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Muro: borda cinza e cor Seazone com logo (briefing).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FLOREIRAS E CONDENSADORAS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Faltam floreiras na lateral direita (prancha 42).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Gradil das condensadoras na cor da madeira do forro.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Condensadoras não podem ocupar o lugar dos brises.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INTERIORES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Seguir as imagens de venda onde o Studio Hall diverge.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Mini Market na planta do rooftop; forro de madeira no rooftop.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Piso dos corredores e recepção igual ao das unidades (conferência).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UNIDADES E PISCINA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Banheiro todo revestido e gardens com piso imitando madeira.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Aquecimento solar da piscina ausente no hidrossanitário.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Infraestrutura da banheira na unidade 215.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(CONVERGEM LANÇAMENTO E EXECUTIVO)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Paredes em pintura Prata e vigas de bordo em Nanquim, com textura rolada Suvinil.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Forro externo em PVC cor Madeira Brun 02 com spots.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Pergolado metálico em Nanquim no ático.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e guarda-corpos pretos com vidro.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com vegetação nas bordas das fachadas.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Brises verticais amadeirados em frente às janelas.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Rooftop com pérgola, jardim vertical e fire pit.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Marcenaria em rícori nativo, cinza cristal e metal preto; bancadas São Gabriel.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Brises só após definir material único (PVC × alumínio) e cor.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(Prata, Nanquim, forro PVC, brise, revestimentos do hall e da base)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Interiores: vale a imagem de venda sobre o anteprojeto Studio Hall onde houver divergência.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(1.19 - [3096] ROSA NORTE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07 - Projeto Executivo / 04 - Projeto Executivo / PDF (EX-ARQ 39–42, 54, 55)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Imagens: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05 - Imagens 3D · 08 / 10 - Projeto de Interiores / 00 - Projeto Seazone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Memoriais: </a:t>
            </a:r>
            <a:r>
              <a:rPr sz="650" b="0">
                <a:solidFill>
                  <a:srgbClr val="9FB0D4"/>
                </a:solidFill>
                <a:latin typeface="Arial"/>
              </a:rPr>
              <a:t>09 - Memorial Descritivo (R01) · memorial MOMO (Documentos)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· Conferência de Projetos e Divergências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ROSA NORTE SPOT  ·  BOOK DE PREMISSAS DE FACHADA E INTERIORES  ·  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único (PVC × alumínio BZE 005), cor e brise em todas as janelas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Comunicação visual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Logo na caixa d'água, letreiro ROSA NORTE SPOT e pontos elétricos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Iluminação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sobre as janelas e logos iluminados no elétrico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Revestimentos da frente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Botanica Ambar e pedra São Tomé × alternativa pedra Atacama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Incluir floreiras faltantes na lateral direita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 cinza da imagem · pintura cor Seazone com logo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(gold) preto fosco nas pranchas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 (executivo) ×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comum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Recepção e corredores com o mesmo piso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PVC madeira, Mini Market no layout, retirar uma pia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Anteprojeto Studio Hall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Mobiliário, pendente, logo, mini market e gourmet conforme imagem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(esverdeado 20×20) e aquecimento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(conferência) × "não prever"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Banheiros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em todas as paredes (conferência)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Gardens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imitando madeira / deck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Munari Branco (executivo) × cinza acetinado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Arandelas e LED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Arandelas nas portas e perfil de LED dos 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Hidromassagem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Infraestrutura da banheira na unidade 215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ROSA NORTE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Executivo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ROSA NORTE SPOT  ·  BOOK DE PREMISSAS DE FACHADA E INTERIORES  ·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