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  <p:sldId id="282" r:id="rId34"/>
    <p:sldId id="283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20.jpg"/><Relationship Id="rId9" Type="http://schemas.openxmlformats.org/officeDocument/2006/relationships/image" Target="../media/image2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4.jpg"/><Relationship Id="rId5" Type="http://schemas.openxmlformats.org/officeDocument/2006/relationships/image" Target="../media/image3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6.jpg"/><Relationship Id="rId5" Type="http://schemas.openxmlformats.org/officeDocument/2006/relationships/image" Target="../media/image3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8" Type="http://schemas.openxmlformats.org/officeDocument/2006/relationships/image" Target="../media/image42.jpg"/><Relationship Id="rId9" Type="http://schemas.openxmlformats.org/officeDocument/2006/relationships/image" Target="../media/image4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V06__Cópia_de_01.jpg"/>
          <p:cNvPicPr>
            <a:picLocks noChangeAspect="1"/>
          </p:cNvPicPr>
          <p:nvPr/>
        </p:nvPicPr>
        <p:blipFill>
          <a:blip r:embed="rId2"/>
          <a:srcRect l="484" r="484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Meireles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Projeto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de lançamento (REV06) · diretriz de texturas da Arquitetura Seazone (nov/2024) · Projeto Legal Projeto Idea (fachada F1 R04) · anteprojeto R08 · Memorial Descritivo · Premissas de Projeto · Indicações · interiores Seazone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Rua Nunes Valente, 255 · Meireles · Fortaleza/CE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Meireles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a </a:t>
            </a:r>
            <a:r>
              <a:rPr sz="750" b="1">
                <a:solidFill>
                  <a:srgbClr val="333333"/>
                </a:solidFill>
                <a:latin typeface="Arial"/>
              </a:rPr>
              <a:t>diretriz de texturas da Arquitetura Seazone</a:t>
            </a:r>
            <a:r>
              <a:rPr sz="750" b="0">
                <a:solidFill>
                  <a:srgbClr val="333333"/>
                </a:solidFill>
                <a:latin typeface="Arial"/>
              </a:rPr>
              <a:t>, o projeto da Projeto Idea, o briefing de premissas e o projeto de interiores: o que a imagem vendeu, o que o projeto traz e o que validar antes da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Diretriz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crômio · granitina · ripado · madeira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16 elementos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base, marquise e rooftop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Projeto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F1 sem legenda de material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projeto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rooftop, unidades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e 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a diretriz de cores e texturas da fachada?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o projeto especifica e o que falta?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Pórtico e pergolado: madeira ou concreto ripado?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(1.28 - [4284] Meireles Spot / 02 - Projetos): 00 - Premissas de Projeto, 08 - Projeto Arquitetônico (imagens 3D, anteprojeto, legal, interiores) e 09 - Memorial Descritivo; diretriz "MEIRELES SPOT_TEXTURAS" (Meu Drive / MEIRELES SPOT). A pasta de executivo está vazia e não há planilha de conferência. Índices urbanísticos, áreas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diretriz de texturas  ·  mapa de texturas  ·  vistas com marcação  ·  lançamento ×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MEIRELES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38658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V06__Cópia_de_01.jpg"/>
          <p:cNvPicPr>
            <a:picLocks noChangeAspect="1"/>
          </p:cNvPicPr>
          <p:nvPr/>
        </p:nvPicPr>
        <p:blipFill>
          <a:blip r:embed="rId4"/>
          <a:srcRect l="9491" r="9491"/>
          <a:stretch>
            <a:fillRect/>
          </a:stretch>
        </p:blipFill>
        <p:spPr>
          <a:xfrm>
            <a:off x="502920" y="1170432"/>
            <a:ext cx="233172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FRENTE</a:t>
            </a:r>
          </a:p>
        </p:txBody>
      </p:sp>
      <p:sp>
        <p:nvSpPr>
          <p:cNvPr id="13" name="Oval 12"/>
          <p:cNvSpPr/>
          <p:nvPr/>
        </p:nvSpPr>
        <p:spPr>
          <a:xfrm>
            <a:off x="1844104" y="139811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66964" y="142097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05977" y="15962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28837" y="16191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723241" y="258702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46101" y="260988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996621" y="247893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19481" y="250179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162092" y="305537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84952" y="307823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694464" y="37038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17324" y="37267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1205258" y="222674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28118" y="224960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694464" y="429832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17324" y="432118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471448" y="447845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4308" y="450131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931878" y="451448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4738" y="453734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1170432"/>
            <a:ext cx="2788920" cy="353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79" y="1243584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3154679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1463040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Logo no reservatório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casinha Seazone iluminada no topo</a:t>
            </a:r>
          </a:p>
        </p:txBody>
      </p:sp>
      <p:sp>
        <p:nvSpPr>
          <p:cNvPr id="37" name="Oval 36"/>
          <p:cNvSpPr/>
          <p:nvPr/>
        </p:nvSpPr>
        <p:spPr>
          <a:xfrm>
            <a:off x="3154679" y="180594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1787652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Pórtico do topo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moldura em tom amadeirado</a:t>
            </a:r>
          </a:p>
        </p:txBody>
      </p:sp>
      <p:sp>
        <p:nvSpPr>
          <p:cNvPr id="39" name="Oval 38"/>
          <p:cNvSpPr/>
          <p:nvPr/>
        </p:nvSpPr>
        <p:spPr>
          <a:xfrm>
            <a:off x="3154679" y="213055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2112264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Vigas laterais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tom amadeirado na lateral</a:t>
            </a:r>
          </a:p>
        </p:txBody>
      </p:sp>
      <p:sp>
        <p:nvSpPr>
          <p:cNvPr id="41" name="Oval 40"/>
          <p:cNvSpPr/>
          <p:nvPr/>
        </p:nvSpPr>
        <p:spPr>
          <a:xfrm>
            <a:off x="3154679" y="24551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2436876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Volume do reservatório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plano claro, sem aberturas</a:t>
            </a:r>
          </a:p>
        </p:txBody>
      </p:sp>
      <p:sp>
        <p:nvSpPr>
          <p:cNvPr id="43" name="Oval 42"/>
          <p:cNvSpPr/>
          <p:nvPr/>
        </p:nvSpPr>
        <p:spPr>
          <a:xfrm>
            <a:off x="3154679" y="277977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761488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Fachada da torre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cinza texturizado (crômio)</a:t>
            </a:r>
          </a:p>
        </p:txBody>
      </p:sp>
      <p:sp>
        <p:nvSpPr>
          <p:cNvPr id="45" name="Oval 44"/>
          <p:cNvSpPr/>
          <p:nvPr/>
        </p:nvSpPr>
        <p:spPr>
          <a:xfrm>
            <a:off x="3154679" y="310438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3086100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Molduras das janelas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concreto ripado escuro</a:t>
            </a:r>
          </a:p>
        </p:txBody>
      </p:sp>
      <p:sp>
        <p:nvSpPr>
          <p:cNvPr id="47" name="Oval 46"/>
          <p:cNvSpPr/>
          <p:nvPr/>
        </p:nvSpPr>
        <p:spPr>
          <a:xfrm>
            <a:off x="3154679" y="34290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3410712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Esquadrias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pretas, caixilho quadriculado</a:t>
            </a:r>
          </a:p>
        </p:txBody>
      </p:sp>
      <p:sp>
        <p:nvSpPr>
          <p:cNvPr id="49" name="Oval 48"/>
          <p:cNvSpPr/>
          <p:nvPr/>
        </p:nvSpPr>
        <p:spPr>
          <a:xfrm>
            <a:off x="3154679" y="3753611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0" y="3735324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Letreiro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MEIRELES SPOT sobre a marquise</a:t>
            </a:r>
          </a:p>
        </p:txBody>
      </p:sp>
      <p:sp>
        <p:nvSpPr>
          <p:cNvPr id="51" name="Oval 50"/>
          <p:cNvSpPr/>
          <p:nvPr/>
        </p:nvSpPr>
        <p:spPr>
          <a:xfrm>
            <a:off x="3154679" y="407822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29000" y="4059935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Muro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granitina cinza</a:t>
            </a:r>
          </a:p>
        </p:txBody>
      </p:sp>
      <p:sp>
        <p:nvSpPr>
          <p:cNvPr id="53" name="Oval 52"/>
          <p:cNvSpPr/>
          <p:nvPr/>
        </p:nvSpPr>
        <p:spPr>
          <a:xfrm>
            <a:off x="3154679" y="440283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0" y="4384548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Logo no muro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casinha branca iluminada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1170432"/>
            <a:ext cx="2651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A torre vendida (REV06) é um volume cinza texturizado com </a:t>
            </a:r>
            <a:r>
              <a:rPr sz="750" b="1">
                <a:solidFill>
                  <a:srgbClr val="333333"/>
                </a:solidFill>
                <a:latin typeface="Arial"/>
              </a:rPr>
              <a:t>molduras de concreto ripado</a:t>
            </a:r>
            <a:r>
              <a:rPr sz="750" b="0">
                <a:solidFill>
                  <a:srgbClr val="333333"/>
                </a:solidFill>
                <a:latin typeface="Arial"/>
              </a:rPr>
              <a:t> em torno das janelas, </a:t>
            </a:r>
            <a:r>
              <a:rPr sz="750" b="1">
                <a:solidFill>
                  <a:srgbClr val="333333"/>
                </a:solidFill>
                <a:latin typeface="Arial"/>
              </a:rPr>
              <a:t>pórtico e vigas em tom amadeirado</a:t>
            </a:r>
            <a:r>
              <a:rPr sz="750" b="0">
                <a:solidFill>
                  <a:srgbClr val="333333"/>
                </a:solidFill>
                <a:latin typeface="Arial"/>
              </a:rPr>
              <a:t> e esquadrias pretas.</a:t>
            </a:r>
          </a:p>
          <a:p>
            <a:pPr algn="l">
              <a:spcAft>
                <a:spcPts val="60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No térreo, a marquise de concreto ripado recebe floreira e o letreiro; o muro em </a:t>
            </a:r>
            <a:r>
              <a:rPr sz="750" b="1">
                <a:solidFill>
                  <a:srgbClr val="333333"/>
                </a:solidFill>
                <a:latin typeface="Arial"/>
              </a:rPr>
              <a:t>granitina cinza</a:t>
            </a:r>
            <a:r>
              <a:rPr sz="750" b="0">
                <a:solidFill>
                  <a:srgbClr val="333333"/>
                </a:solidFill>
                <a:latin typeface="Arial"/>
              </a:rPr>
              <a:t> leva a casinha Seazone iluminada e o portão de ripas pretas.</a:t>
            </a:r>
          </a:p>
          <a:p>
            <a:pPr algn="l">
              <a:spcAft>
                <a:spcPts val="60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No topo, o volume do reservatório recebe o logo iluminado.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3611880"/>
            <a:ext cx="2651760" cy="11612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44768" y="37216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FONTE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3136" y="371246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IMAGEM DE REFERÊNCIA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3941064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Imagens finais: pasta "05 - Imagens 3D / 01 - Lançamento Externa / REV06". As revisões REV01 a REV05 são anteriores e não valem como referência.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DIRETRIZ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Diretriz de cores e texturas (nov/2024)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diretriz.jpg"/>
          <p:cNvPicPr>
            <a:picLocks noChangeAspect="1"/>
          </p:cNvPicPr>
          <p:nvPr/>
        </p:nvPicPr>
        <p:blipFill>
          <a:blip r:embed="rId4"/>
          <a:srcRect t="30" b="30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DIRETRIZ SOBRE O CONCEITO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96512"/>
            <a:ext cx="50749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"MEIRELES SPOT_TEXTURAS" (Arquitetura Seazone, novembro/2024): orientação ao estúdio de imagens sobre o conceito anterior. Pede fachada em crômio, pórtico, pergolado e laje técnica em concreto ripado, viga e brise do ar-condicionado em tom amadeirado, granitina cinza no acesso, retirada da pedra do acesso e pilares de apoio no pergolado. O arquivo está no Meu Drive (pasta MEIRELES SPOT), fora da pasta 1.28.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170432"/>
            <a:ext cx="2880360" cy="832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6_BOOK_ASSETS__sw_cromio.jpg"/>
          <p:cNvPicPr>
            <a:picLocks noChangeAspect="1"/>
          </p:cNvPicPr>
          <p:nvPr/>
        </p:nvPicPr>
        <p:blipFill>
          <a:blip r:embed="rId5"/>
          <a:srcRect t="1891" b="1891"/>
          <a:stretch>
            <a:fillRect/>
          </a:stretch>
        </p:blipFill>
        <p:spPr>
          <a:xfrm>
            <a:off x="5833872" y="1243584"/>
            <a:ext cx="86868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66560" y="129844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Crômio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53619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reservatório (texturizado)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2075688"/>
            <a:ext cx="2880360" cy="832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granitina.jpg"/>
          <p:cNvPicPr>
            <a:picLocks noChangeAspect="1"/>
          </p:cNvPicPr>
          <p:nvPr/>
        </p:nvPicPr>
        <p:blipFill>
          <a:blip r:embed="rId6"/>
          <a:srcRect t="1275" b="1275"/>
          <a:stretch>
            <a:fillRect/>
          </a:stretch>
        </p:blipFill>
        <p:spPr>
          <a:xfrm>
            <a:off x="5833872" y="2148840"/>
            <a:ext cx="868680" cy="685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6560" y="220370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44144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cinza, no acesso e no muro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2980944"/>
            <a:ext cx="2880360" cy="832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6_BOOK_ASSETS__sw_ripado.jpg"/>
          <p:cNvPicPr>
            <a:picLocks noChangeAspect="1"/>
          </p:cNvPicPr>
          <p:nvPr/>
        </p:nvPicPr>
        <p:blipFill>
          <a:blip r:embed="rId7"/>
          <a:srcRect t="4046" b="4046"/>
          <a:stretch>
            <a:fillRect/>
          </a:stretch>
        </p:blipFill>
        <p:spPr>
          <a:xfrm>
            <a:off x="5833872" y="3054096"/>
            <a:ext cx="868680" cy="685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66560" y="310896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Concreto ripado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346703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pórtico, pergolado, laje técnica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3886200"/>
            <a:ext cx="2880360" cy="832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6_BOOK_ASSETS__sw_brise.jpg"/>
          <p:cNvPicPr>
            <a:picLocks noChangeAspect="1"/>
          </p:cNvPicPr>
          <p:nvPr/>
        </p:nvPicPr>
        <p:blipFill>
          <a:blip r:embed="rId8"/>
          <a:srcRect t="2867" b="2867"/>
          <a:stretch>
            <a:fillRect/>
          </a:stretch>
        </p:blipFill>
        <p:spPr>
          <a:xfrm>
            <a:off x="5833872" y="3959352"/>
            <a:ext cx="868680" cy="685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66560" y="4014215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Brise madeira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25196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viga e brise do ar-condicionado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(1/3)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da diretriz de texturas e das imagens REV06: referência visual, não substitui amostra física. O projeto legal não traz legenda de material.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fachada.jpg"/>
          <p:cNvPicPr>
            <a:picLocks noChangeAspect="1"/>
          </p:cNvPicPr>
          <p:nvPr/>
        </p:nvPicPr>
        <p:blipFill>
          <a:blip r:embed="rId4"/>
          <a:srcRect t="46032" b="46032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Fachada em crômio texturizado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 torre e volumes laterais.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diretriz: fachada na cor crômio · imagem: cinza texturizado · memorial: textura/massa acrílica + pintura.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tom com painel-teste. DEFINIDO.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moldura.jpg"/>
          <p:cNvPicPr>
            <a:picLocks noChangeAspect="1"/>
          </p:cNvPicPr>
          <p:nvPr/>
        </p:nvPicPr>
        <p:blipFill>
          <a:blip r:embed="rId5"/>
          <a:srcRect l="29643" r="29643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Concreto ripado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molduras das janelas, marquise e laje técnica.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diretriz: concreto ripado no pórtico, pergolado e laje técnica · imagem: molduras e marquise em concreto ripado escuro.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sistema (forma ripada ou placa).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portico.jpg"/>
          <p:cNvPicPr>
            <a:picLocks noChangeAspect="1"/>
          </p:cNvPicPr>
          <p:nvPr/>
        </p:nvPicPr>
        <p:blipFill>
          <a:blip r:embed="rId6"/>
          <a:srcRect l="39947" r="39947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Pórtico e vigas em tom amadeirado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pórtico do topo e vigas da lateral.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 REV06: tom amadeirado · diretriz: pórtico em concreto ripado e viga "tom amadeirado" · memorial: corten ou madeira.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em disputa.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muro.jpg"/>
          <p:cNvPicPr>
            <a:picLocks noChangeAspect="1"/>
          </p:cNvPicPr>
          <p:nvPr/>
        </p:nvPicPr>
        <p:blipFill>
          <a:blip r:embed="rId7"/>
          <a:srcRect t="20526" b="20526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Granitina cinza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muro frontal e base do acesso.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diretriz: granitina na cor cinza · imagem: muro granulado cinza · briefing: muro com pintura cor Seazone, logo e nome.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diverge do briefing.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edra.jpg"/>
          <p:cNvPicPr>
            <a:picLocks noChangeAspect="1"/>
          </p:cNvPicPr>
          <p:nvPr/>
        </p:nvPicPr>
        <p:blipFill>
          <a:blip r:embed="rId8"/>
          <a:srcRect t="23520" b="23520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Pedra no acesso de pedestres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lateral do acesso, sob a marquise.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 (vista da marquise): placa clara com veios · diretriz: "retirar essa textura de pedra do acesso".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se sai da fachada.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esq.jpg"/>
          <p:cNvPicPr>
            <a:picLocks noChangeAspect="1"/>
          </p:cNvPicPr>
          <p:nvPr/>
        </p:nvPicPr>
        <p:blipFill>
          <a:blip r:embed="rId9"/>
          <a:srcRect t="25738" b="25738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 pretas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unidades e térreo.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caixilho preto · briefing: linha 32 gold com perfil preto; comuns em preto fosco · legal: alumínio + vidro.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(2/3)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da diretriz de texturas e das imagens REV06: referência visual, não substitui amostra física. Especificação: briefing, memorial e projeto legal.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brisead.jpg"/>
          <p:cNvPicPr>
            <a:picLocks noChangeAspect="1"/>
          </p:cNvPicPr>
          <p:nvPr/>
        </p:nvPicPr>
        <p:blipFill>
          <a:blip r:embed="rId4"/>
          <a:srcRect t="32895" b="32895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Brise da lateral (ar-condicionado)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fechamento das condensadoras na lateral.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aletas escuras · diretriz: brise do ar-condicionado em tom amadeirado · briefing: brises em PVC.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cor e material.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portao.jpg"/>
          <p:cNvPicPr>
            <a:picLocks noChangeAspect="1"/>
          </p:cNvPicPr>
          <p:nvPr/>
        </p:nvPicPr>
        <p:blipFill>
          <a:blip r:embed="rId5"/>
          <a:srcRect l="15154" r="15154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Portão de ripas pretas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acesso de veículos.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ripas horizontais pretas · legal: portão GA-1 em alumínio, basculante.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cor preta.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letreiro.jpg"/>
          <p:cNvPicPr>
            <a:picLocks noChangeAspect="1"/>
          </p:cNvPicPr>
          <p:nvPr/>
        </p:nvPicPr>
        <p:blipFill>
          <a:blip r:embed="rId6"/>
          <a:srcRect l="32357" r="32357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MEIRELES SPOT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sobre a marquise do acesso.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letras brancas iluminadas · memorial de interiores: nome do Spot em LED · memorial: nome na fachada.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nem ponto elétrico. PENDENTE.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logo.jpg"/>
          <p:cNvPicPr>
            <a:picLocks noChangeAspect="1"/>
          </p:cNvPicPr>
          <p:nvPr/>
        </p:nvPicPr>
        <p:blipFill>
          <a:blip r:embed="rId7"/>
          <a:srcRect t="29773" b="29773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Logo casinha no muro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muro, ao lado da entrada de veículos.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casinha branca iluminada em grande escala · sem detalhe no projeto.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material, fixação e luz.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floreira.jpg"/>
          <p:cNvPicPr>
            <a:picLocks noChangeAspect="1"/>
          </p:cNvPicPr>
          <p:nvPr/>
        </p:nvPicPr>
        <p:blipFill>
          <a:blip r:embed="rId8"/>
          <a:srcRect l="41276" r="41276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Floreira da marquise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sobre a marquise do térreo.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vegetação contínua · diretriz: floreiras junto ao ar-condicionado (não aparecem na REV06) e retirar a de cima do pergolado.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impermeabilização e irrigação.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reserv.jpg"/>
          <p:cNvPicPr>
            <a:picLocks noChangeAspect="1"/>
          </p:cNvPicPr>
          <p:nvPr/>
        </p:nvPicPr>
        <p:blipFill>
          <a:blip r:embed="rId9"/>
          <a:srcRect t="2515" b="2515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Reservatório em crômio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 da caixa d'água no topo.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diretriz: padronizar reservatório em crômio texturizado · imagem externa: claro texturizado · imagem de interiores: cinza com "Seazone".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imagens divergem. A VALIDAR.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(3/3): rooftop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das imagens REV06 e de interiores do rooftop: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ortico.jpg"/>
          <p:cNvPicPr>
            <a:picLocks noChangeAspect="1"/>
          </p:cNvPicPr>
          <p:nvPr/>
        </p:nvPicPr>
        <p:blipFill>
          <a:blip r:embed="rId4"/>
          <a:srcRect l="39947" r="39947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Pergolado do rooftop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sobre o deck e a área externa.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vigas em tom amadeirado · diretriz: concreto ripado com pilares de apoio · memorial: aço corten ou ripas de madeira.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em disputa.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lajota.jpg"/>
          <p:cNvPicPr>
            <a:picLocks noChangeAspect="1"/>
          </p:cNvPicPr>
          <p:nvPr/>
        </p:nvPicPr>
        <p:blipFill>
          <a:blip r:embed="rId5"/>
          <a:srcRect l="33449" r="33449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Piscina esverdeada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piscina do rooftop.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revestimento verde · briefing: acabamento esverdeado 20×20 · memorial: porcelanato para piscina.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deck.jpg"/>
          <p:cNvPicPr>
            <a:picLocks noChangeAspect="1"/>
          </p:cNvPicPr>
          <p:nvPr/>
        </p:nvPicPr>
        <p:blipFill>
          <a:blip r:embed="rId6"/>
          <a:srcRect l="17100" r="17100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Deck amadeirado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entorno da piscina.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deck de madeira · briefing: porcelanato imitando madeira 120×20 só na piscina e na rampa.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gc.jpg"/>
          <p:cNvPicPr>
            <a:picLocks noChangeAspect="1"/>
          </p:cNvPicPr>
          <p:nvPr/>
        </p:nvPicPr>
        <p:blipFill>
          <a:blip r:embed="rId7"/>
          <a:srcRect l="4762" r="4762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Guarda-corpo do rooftop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 do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montantes pretos · briefing (comum): vidro incolor com perfil "U" inox · memorial: aço inox com vidro.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modelo.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5394960" cy="1627632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01568" y="324612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LEMBRAR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59935" y="3236976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ROOFTOP: O QUE CONFERIR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1568" y="3465576"/>
            <a:ext cx="5084064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Pergolado · </a:t>
            </a:r>
            <a:r>
              <a:rPr sz="700" b="0">
                <a:solidFill>
                  <a:srgbClr val="FFFFFF"/>
                </a:solidFill>
                <a:latin typeface="Arial"/>
              </a:rPr>
              <a:t>madeira (imagem) × concreto ripado (diretriz) × corten ou madeira (memorial).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Piscina · </a:t>
            </a:r>
            <a:r>
              <a:rPr sz="700" b="0">
                <a:solidFill>
                  <a:srgbClr val="FFFFFF"/>
                </a:solidFill>
                <a:latin typeface="Arial"/>
              </a:rPr>
              <a:t>esverdeada 20×20; borda em cerâmica atérmica ou pedra São Tomé (memorial).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Deck · </a:t>
            </a:r>
            <a:r>
              <a:rPr sz="700" b="0">
                <a:solidFill>
                  <a:srgbClr val="FFFFFF"/>
                </a:solidFill>
                <a:latin typeface="Arial"/>
              </a:rPr>
              <a:t>porcelanato imitando madeira só na piscina e na rampa (briefing).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Aquecimento · </a:t>
            </a:r>
            <a:r>
              <a:rPr sz="700" b="0">
                <a:solidFill>
                  <a:srgbClr val="FFFFFF"/>
                </a:solidFill>
                <a:latin typeface="Arial"/>
              </a:rPr>
              <a:t>solar para a piscina (briefing e memorial).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Base e acesso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V06__Cópia_de_06.jpg"/>
          <p:cNvPicPr>
            <a:picLocks noChangeAspect="1"/>
          </p:cNvPicPr>
          <p:nvPr/>
        </p:nvPicPr>
        <p:blipFill>
          <a:blip r:embed="rId4"/>
          <a:srcRect l="152" r="152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BASE</a:t>
            </a:r>
          </a:p>
        </p:txBody>
      </p:sp>
      <p:sp>
        <p:nvSpPr>
          <p:cNvPr id="13" name="Oval 12"/>
          <p:cNvSpPr/>
          <p:nvPr/>
        </p:nvSpPr>
        <p:spPr>
          <a:xfrm>
            <a:off x="974034" y="180813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6894" y="183099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348020" y="180813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70880" y="183099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30253" y="140872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53113" y="143158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890025" y="249283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12885" y="251569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704238" y="27353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27098" y="275819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4230889" y="260695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53749" y="262981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195355" y="332018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18215" y="334304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872258" y="309195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5118" y="311481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3569340" y="312048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92200" y="314334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4383554" y="349136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06414" y="351422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760720" y="1170432"/>
          <a:ext cx="2880360" cy="310896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960120"/>
                <a:gridCol w="16916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Torre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Crômio texturizado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Molduras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ripado escuro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sobre a marquise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Marquise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ripado escuro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MEIRELES SPOT iluminado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Casinha branca iluminada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Granitina cinza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Ripas horizontais pretas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Porta de pedestres recuada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02920" y="411480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A base é um muro contínuo em granitina cinza com a casinha Seazone em grande escala. A marquise de concreto ripado recebe floreira e o letreiro iluminado; o portão de veículos é de ripas pretas e o acesso de pedestres fica recuado.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Marquise, molduras e lateral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24942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V06__Cópia_de_03.jpg"/>
          <p:cNvPicPr>
            <a:picLocks noChangeAspect="1"/>
          </p:cNvPicPr>
          <p:nvPr/>
        </p:nvPicPr>
        <p:blipFill>
          <a:blip r:embed="rId4"/>
          <a:srcRect l="17810" r="5937"/>
          <a:stretch>
            <a:fillRect/>
          </a:stretch>
        </p:blipFill>
        <p:spPr>
          <a:xfrm>
            <a:off x="502920" y="1170432"/>
            <a:ext cx="219456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3716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MARQUISE</a:t>
            </a:r>
          </a:p>
        </p:txBody>
      </p:sp>
      <p:sp>
        <p:nvSpPr>
          <p:cNvPr id="13" name="Oval 12"/>
          <p:cNvSpPr/>
          <p:nvPr/>
        </p:nvSpPr>
        <p:spPr>
          <a:xfrm>
            <a:off x="1498268" y="147017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21128" y="149303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239276" y="291126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62136" y="293412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160136" y="283921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82996" y="286207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246466" y="363181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69326" y="365467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411938" y="330756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34798" y="333042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124169" y="215469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7029" y="217755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1066615" y="37038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9475" y="37267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721293" y="413619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4153" y="415905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2390351" y="428030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13211" y="430316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2880360" y="1170432"/>
          <a:ext cx="5212080" cy="28254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051560"/>
                <a:gridCol w="2926080"/>
                <a:gridCol w="10058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(imagem × projeto)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Pórtico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Tom amadeirado × concreto ripado (diretriz)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Molduras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ripado escuro · sem legenda no projeto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Crômio texturizado (diretriz)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lateral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Aletas escuras × tom amadeirado (diretriz)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Pretas, linha 32 gold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das lajes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Spots embutidos · sem luminotécnico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Letras brancas iluminadas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Marquise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ripado escuro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do 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Placa clara × "retirar" (diretriz)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80360" y="4069080"/>
            <a:ext cx="5212080" cy="7040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35808" y="41788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4176" y="4169664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MARQUISE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35808" y="4398264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As molduras e a marquise são o principal uso do concreto ripado na imagem. Nenhuma prancha define o sistema (concreto aparente com forma ripada ou revestimento).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do Projeto Legal (Projeto Idea · F1 R04)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165506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pl_f1.jpg"/>
          <p:cNvPicPr>
            <a:picLocks noChangeAspect="1"/>
          </p:cNvPicPr>
          <p:nvPr/>
        </p:nvPicPr>
        <p:blipFill>
          <a:blip r:embed="rId4"/>
          <a:srcRect t="1815" b="2219"/>
          <a:stretch>
            <a:fillRect/>
          </a:stretch>
        </p:blipFill>
        <p:spPr>
          <a:xfrm>
            <a:off x="502920" y="1170432"/>
            <a:ext cx="160020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1234440"/>
            <a:ext cx="8229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FACHADA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58568" y="1143000"/>
            <a:ext cx="3575304" cy="2386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BOOK_ASSETS__pl_cortes.jpg"/>
          <p:cNvPicPr>
            <a:picLocks noChangeAspect="1"/>
          </p:cNvPicPr>
          <p:nvPr/>
        </p:nvPicPr>
        <p:blipFill>
          <a:blip r:embed="rId5"/>
          <a:srcRect l="691" r="691"/>
          <a:stretch>
            <a:fillRect/>
          </a:stretch>
        </p:blipFill>
        <p:spPr>
          <a:xfrm>
            <a:off x="2286000" y="1170432"/>
            <a:ext cx="3520440" cy="23317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350008" y="1234440"/>
            <a:ext cx="11887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CORTES A, B +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611880"/>
            <a:ext cx="3520440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Prancha 06/06 do Projeto Legal (MEIR-ARQ-PL-006, R04 de 07/01/2026, Projeto Idea · Fabian Salles). A fachada F1 mostra a torre com as molduras das janelas, a laje de segurança no topo, venezianas na lateral e o portão ripado no térreo. Não há legenda de materiais nem cores; o pórtico vertical da imagem não aparece na F1.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170432"/>
            <a:ext cx="2651760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12710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O QUE O PROJETO TRAZ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1499616"/>
            <a:ext cx="2340864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Fase · </a:t>
            </a:r>
            <a:r>
              <a:rPr sz="700" b="0">
                <a:solidFill>
                  <a:srgbClr val="FFFFFF"/>
                </a:solidFill>
                <a:latin typeface="Arial"/>
              </a:rPr>
              <a:t>a pasta "07 - Projeto Executivo" está vazia.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Legal · </a:t>
            </a:r>
            <a:r>
              <a:rPr sz="700" b="0">
                <a:solidFill>
                  <a:srgbClr val="FFFFFF"/>
                </a:solidFill>
                <a:latin typeface="Arial"/>
              </a:rPr>
              <a:t>6 pranchas (R03 a R09); fachada só na F1, sem materiais.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Esquadrias · </a:t>
            </a:r>
            <a:r>
              <a:rPr sz="700" b="0">
                <a:solidFill>
                  <a:srgbClr val="FFFFFF"/>
                </a:solidFill>
                <a:latin typeface="Arial"/>
              </a:rPr>
              <a:t>quadro com alumínio + vidro, venezianas, lambri e cobogó de concreto.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Anteprojeto · </a:t>
            </a:r>
            <a:r>
              <a:rPr sz="700" b="0">
                <a:solidFill>
                  <a:srgbClr val="FFFFFF"/>
                </a:solidFill>
                <a:latin typeface="Arial"/>
              </a:rPr>
              <a:t>R08 (nov/2024) com a mesma F1, sem legenda.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Conferência · </a:t>
            </a:r>
            <a:r>
              <a:rPr sz="700" b="0">
                <a:solidFill>
                  <a:srgbClr val="FFFFFF"/>
                </a:solidFill>
                <a:latin typeface="Arial"/>
              </a:rPr>
              <a:t>não há planilha de conferência de projetos na pasta.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REV06 × diretriz de texturas, Projeto Legal, Premissas e Memorial.  DEFINIDO = convergem  ·  A VALIDAR = divergem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194560"/>
                <a:gridCol w="379476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(REV06)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Diretriz / Projeto / Premissas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Fachada da torre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texturizado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Crômio (diretriz) · textura acrílica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Molduras das janelas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ripado escuro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legenda no legal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Pórtico do topo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Tom 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ripado (diretriz) · não aparece na F1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Vigas laterais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Tom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Tom amadeirado (diretriz)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 do ar-condicionado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Aletas escuras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Tom amadeirado (diretriz) · PVC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gold, perfil preto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Marquise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ripado com floreira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legenda no legal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e logos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MEIRELES SPOT e casinhas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Nome em LED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Granitina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Granitina (diretriz) × cor Seazone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Pedra do 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Placa clara com veios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"Retirar" (diretriz)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Reservatório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 texturizado com logo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Crômio texturizado (diretriz)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Tom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ripado (diretriz) · corten ou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 e 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Verde · deck 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madeira 120×20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Montantes pretos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INDICAÇÕES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Indicações sobre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"MEIRELES SPOT - Indicações" (00 - Premissas de Projeto): 9 indicações só com imagens, sem texto. Abaixo, as marcadas sobre a fachada.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26517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ind08.jpg"/>
          <p:cNvPicPr>
            <a:picLocks noChangeAspect="1"/>
          </p:cNvPicPr>
          <p:nvPr/>
        </p:nvPicPr>
        <p:blipFill>
          <a:blip r:embed="rId4"/>
          <a:srcRect t="12040" b="12040"/>
          <a:stretch>
            <a:fillRect/>
          </a:stretch>
        </p:blipFill>
        <p:spPr>
          <a:xfrm>
            <a:off x="576072" y="1399032"/>
            <a:ext cx="2505456" cy="16916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76072" y="316382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38328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Pergolado e pórtico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657600"/>
            <a:ext cx="250545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Marcação no encontro do pergolado com o pórtico, no topo da torre. Diretriz: inserir pilares para sustentar o pergolado.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325880"/>
            <a:ext cx="26517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6_BOOK_ASSETS__ind07.jpg"/>
          <p:cNvPicPr>
            <a:picLocks noChangeAspect="1"/>
          </p:cNvPicPr>
          <p:nvPr/>
        </p:nvPicPr>
        <p:blipFill>
          <a:blip r:embed="rId5"/>
          <a:srcRect t="12614" b="12614"/>
          <a:stretch>
            <a:fillRect/>
          </a:stretch>
        </p:blipFill>
        <p:spPr>
          <a:xfrm>
            <a:off x="3319272" y="1399032"/>
            <a:ext cx="2505456" cy="16916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19272" y="316382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338328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Topo do pórtico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3657600"/>
            <a:ext cx="250545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Setas no trecho superior do pórtico. Pórtico: tom amadeirado na imagem × concreto ripado na diretriz.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25880"/>
            <a:ext cx="2651760" cy="3447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6_BOOK_ASSETS__ind06.jpg"/>
          <p:cNvPicPr>
            <a:picLocks noChangeAspect="1"/>
          </p:cNvPicPr>
          <p:nvPr/>
        </p:nvPicPr>
        <p:blipFill>
          <a:blip r:embed="rId6"/>
          <a:srcRect t="21204" b="21204"/>
          <a:stretch>
            <a:fillRect/>
          </a:stretch>
        </p:blipFill>
        <p:spPr>
          <a:xfrm>
            <a:off x="6062472" y="1399032"/>
            <a:ext cx="2505456" cy="1691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062472" y="3163824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2472" y="338328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Borda do rooftop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472" y="3657600"/>
            <a:ext cx="250545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Marcação na vista aérea sobre o pórtico lateral e a borda frontal do rooftop, junto à piscina.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Recepção  ·  rooftop, piscina e mini market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MEIRELES SPOT  ·  BOOK DE PREMISSAS DE FACHADA E INTERIORES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 Seazone × situação do projeto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Seazone (10 - Projeto de Interiores / 02 - Imagens) × briefing, memorial de interiores (xlsx) e moodboard final.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5237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2651760"/>
                <a:gridCol w="2423160"/>
                <a:gridCol w="16459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Ambiente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Conceito Seazone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 registrada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 de pedra com logo Meireles SPOT, ripado amadeirado, jardim vertical, balanço de fibra, espelho meia-lua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pedras naturais + painel PVC ripado + jardim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interno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Mesa de madeira, pendentes de fibra, copa com bancada preta, mini market, painel ripado com logo, quadros de cordel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jardim vertical preservado + painel PVC ripado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Pergolado amadeirado, piscina verde, deck, puffs, parede "Seazone"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Deck imitando madeira só na piscina e na rampa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cerrado, granito São Gabriel, tintas Crômio e Nuvem de Chuva, porcelanato cinza, metal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paredes branco gelo; portas e rodapés brancos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Só imagens, memorial (xlsx) e moodboard na pasta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Não há executivo de interiores. Vale o conceito das imagens, o moodboard final e o memorial de interiores (acabamentos por ambiente). Logos, frases, jardim vertical, balanço e mini market precisam entrar no elétrico, no hidráulico e no estrutural antes do fechamento.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 e circulação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_Imagem_03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PEDRA + BALANÇO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epção__Imagem_02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RIPADO + ESPELHO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Parede de pedra com logo Meireles SPOT, ripado amadeirado, jardim vertical, balanço de fibra e banco de madeira de demolição.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de interiores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acrílica acetinada cinza médio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Pedra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Pedra Moledo Laguna Branca na parede do logo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Painel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 de ripado PVC amadeirado (briefing e 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Jardim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 verde de vegetação preservada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Forro em gesso acartonado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natural/acetinado, rodapé branco de poliestireno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Poltrona balanço presa na laje, com reforço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Banco de madeira de demolição com metal preto fosco, espelho meia-lua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Cinza Urbano + Calopsita Suvinil (briefing) · arandela sobre a bandeira da porta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Rooftop: área de integração, mini market e piscina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Imagem_03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PAINEL RIPADO + LOGO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Imagem_10.jpg"/>
          <p:cNvPicPr>
            <a:picLocks noChangeAspect="1"/>
          </p:cNvPicPr>
          <p:nvPr/>
        </p:nvPicPr>
        <p:blipFill>
          <a:blip r:embed="rId5"/>
          <a:srcRect l="2842" r="2842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PISCINA +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Conceito inspirado na cultura cearense: quadros de cordel e cerâmica pintada, fibras naturais e madeira (moodboard).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de interiores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acetinada cinza médio + jardim vertical preservado + painel PVC ripado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Balcão, bancada alta, painel e prateleiras do mini market em MDF cerrado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polido na copa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Forro em gesso acartonado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interno · imitando madeira 120×20 na piscina e rampa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Revestimento esverdeado 20×20 (briefing) · aquecimento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Spots pretos de sobrepor + pendentes marrons sobre mesa e copa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Preto fosco em toda a área comum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Sinalização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Mini market em LED · nome do Spot com LED no "O"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pologia_A__Imagem_02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TIPOLOGIA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ipologia_A__Imagem_01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COPA · TIPOLOGIA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Imagens das tipologias A, C, D, I e K; memorial de interiores com acabamentos por tipologia (A a J).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moodboard ·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(briefing) · porcelanato cinza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 (briefing) × tintas Crômio e Nuvem de Chuva Suvinil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Teto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Laje em acabamento de concreto, sem forro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nas paredes e no piso (briefing) · box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cerrado Arauco (moodboard e 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polido na copa e no banheiro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Metais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Metal preto fosco (moodboard) · torneiras e kit de metais cromados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Portas e rodapés brancos, kit porta pronta lisa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Linha 32 gold com perfil preto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áreas comuns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das imagens de interiores e especificação do memorial de interiores.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moledo.jpg"/>
          <p:cNvPicPr>
            <a:picLocks noChangeAspect="1"/>
          </p:cNvPicPr>
          <p:nvPr/>
        </p:nvPicPr>
        <p:blipFill>
          <a:blip r:embed="rId4"/>
          <a:srcRect l="3571" r="3571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Pedra Moledo Laguna Branca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do logo na recepção.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de interiores: Pedra Moledo Laguna Branca · briefing: pedras naturais.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pvc.jpg"/>
          <p:cNvPicPr>
            <a:picLocks noChangeAspect="1"/>
          </p:cNvPicPr>
          <p:nvPr/>
        </p:nvPicPr>
        <p:blipFill>
          <a:blip r:embed="rId5"/>
          <a:srcRect t="36316" b="36316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Ripado PVC amadeirado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 e rooftop.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de interiores: parede de ripado PVC amadeirado · briefing: painel PVC ripado.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verde.jpg"/>
          <p:cNvPicPr>
            <a:picLocks noChangeAspect="1"/>
          </p:cNvPicPr>
          <p:nvPr/>
        </p:nvPicPr>
        <p:blipFill>
          <a:blip r:embed="rId6"/>
          <a:srcRect t="36491" b="36491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Parede verde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 e rooftop.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de interiores: vegetação preservada · briefing: jardim vertical preservado.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fixação. DEFINIDO.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bancada.jpg"/>
          <p:cNvPicPr>
            <a:picLocks noChangeAspect="1"/>
          </p:cNvPicPr>
          <p:nvPr/>
        </p:nvPicPr>
        <p:blipFill>
          <a:blip r:embed="rId7"/>
          <a:srcRect l="24697" r="24697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São Gabriel polido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 da copa do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de interiores: granito São Gabriel polido.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pontos da copa em ilha, saindo do piso (briefing).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end.jpg"/>
          <p:cNvPicPr>
            <a:picLocks noChangeAspect="1"/>
          </p:cNvPicPr>
          <p:nvPr/>
        </p:nvPicPr>
        <p:blipFill>
          <a:blip r:embed="rId8"/>
          <a:srcRect l="6502" r="6502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Pendentes de fibra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mesa e copa do rooftop.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de interiores: suspensão Jacumã com cúpula e luminária Milhuz, marrons.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interruptores separados (briefing).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cordel.jpg"/>
          <p:cNvPicPr>
            <a:picLocks noChangeAspect="1"/>
          </p:cNvPicPr>
          <p:nvPr/>
        </p:nvPicPr>
        <p:blipFill>
          <a:blip r:embed="rId9"/>
          <a:srcRect t="42054" b="42054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Quadros de cordel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do rooftop.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moodboard: imagens de cordel e cerâmica pintada, referência ao artesanato cearense.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item de decoração.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unidades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de "Moodboard - Meireles Spot - Final" (acabamentos das unidades).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mdf.jpg"/>
          <p:cNvPicPr>
            <a:picLocks noChangeAspect="1"/>
          </p:cNvPicPr>
          <p:nvPr/>
        </p:nvPicPr>
        <p:blipFill>
          <a:blip r:embed="rId4"/>
          <a:srcRect t="13158" b="13158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cerrado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marcenaria das unidades.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cerrado Arauco (moodboard e memorial de interiores).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padrão em todas as tipologias.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granito.jpg"/>
          <p:cNvPicPr>
            <a:picLocks noChangeAspect="1"/>
          </p:cNvPicPr>
          <p:nvPr/>
        </p:nvPicPr>
        <p:blipFill>
          <a:blip r:embed="rId5"/>
          <a:srcRect t="13158" b="13158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São Gabriel polido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bancadas da copa e do banheiro.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São Gabriel polido (moodboard e memorial de interiores).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deixar pontos conforme as vistas do briefing.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metal.jpg"/>
          <p:cNvPicPr>
            <a:picLocks noChangeAspect="1"/>
          </p:cNvPicPr>
          <p:nvPr/>
        </p:nvPicPr>
        <p:blipFill>
          <a:blip r:embed="rId6"/>
          <a:srcRect t="13158" b="13158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Metal preto fosco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arara, box e luminárias.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metal preto fosco (moodboard) · box preto (memorial de interiores).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acabamento em todos os metais pretos.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cromio.jpg"/>
          <p:cNvPicPr>
            <a:picLocks noChangeAspect="1"/>
          </p:cNvPicPr>
          <p:nvPr/>
        </p:nvPicPr>
        <p:blipFill>
          <a:blip r:embed="rId7"/>
          <a:srcRect t="5099" b="5099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Tinta Crômio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das unidades.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tinta Crômio Suvinil (moodboard) · briefing: branco gelo acetinado.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a cor das paredes.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tnuvem.jpg"/>
          <p:cNvPicPr>
            <a:picLocks noChangeAspect="1"/>
          </p:cNvPicPr>
          <p:nvPr/>
        </p:nvPicPr>
        <p:blipFill>
          <a:blip r:embed="rId8"/>
          <a:srcRect t="13158" b="13158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Tinta Nuvem de Chuva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de destaque.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tinta Nuvem de Chuva Suvinil (moodboard) · briefing: branco gelo acetinado.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onde entra.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orc.jpg"/>
          <p:cNvPicPr>
            <a:picLocks noChangeAspect="1"/>
          </p:cNvPicPr>
          <p:nvPr/>
        </p:nvPicPr>
        <p:blipFill>
          <a:blip r:embed="rId9"/>
          <a:srcRect t="13158" b="13158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Porcelanato cinza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das unidades.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porcelanato cinza (moodboard) · briefing: porcelanato 90×90 natural/acetinado.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× premissas, moodboard e memorial de interiores.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Imagens de interiores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Premissas / moodboard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pedra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clara com logo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Moledo Laguna Branca · pedras naturais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ripado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PVC ripado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Jardim vertical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Recepção e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preservada (briefing e 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Balanço de fibra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na laje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Logos e frases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Iluminados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luminotécnico na pasta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nas imagens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Brancas, bandeira até o forro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copa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Bancada preta, MDF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+ MDF cerrado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 "Seazone"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com letras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Reservatório em crômio (diretriz de fachada)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 e deck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Verde ·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madeira 120×20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Estante com LED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 para máquina e LED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clara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MDF cerrado (moodboard)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e greige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× Crômio/Nuvem de Chuva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teto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aparente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Laje em concreto, sem forro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há executivo na pasta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Acabamentos marcados em "[MEIRELES SPOT] Premissas de Projeto"  ·  cruzamento com 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MEIRELES SPOT  ·  BOOK DE PREMISSAS DE FACHADA E INTERIORES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projeto: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marcadas em "[MEIRELES SPOT] Premissas de Projeto" (versão 00, 29/11/2024; coluna "Conferência" = True) × imagens, diretriz e Memorial.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1272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Imagens / diretriz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PVC, conforme detalhamento arquitetônico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Tom amadeirado (diretriz) · aletas escuras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Fechamento do terreno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com pintura cor Seazone,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Granitina cinza (diretriz e 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externa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seguindo o conceito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Crômio (diretriz)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gold · perfil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nas imagens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Acabamento preto fosco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nas imagens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privativo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com montante aparente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sacadas visíveis na REV06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comum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Montantes pretos no rooftop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Pedras naturais + painel PVC ripado + jardim vertical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Jardim vertical preservado + painel PVC 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Urbano + Calopsita (Suvinil)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imagem de corredor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· madeira 120×20 só na piscina e rampa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· aquecimento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Verde nas imagens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e rodapés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Brancos nas unidades e nas áreas comuns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Portas comuns cinza nas imagens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Teto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Deixar em acabamento de concreto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Poltrona balanço presa na laje da 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Balanço na imagem da 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MEIRELES SPOT  ·  BOOK DE PREMISSAS DE FACHADA E INTERIORES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REVESTIMENTOS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Nenhuma legenda de material no projeto.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Crômio texturizado na torre (diretriz).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Concreto ripado nas molduras e na marquise.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PÓRTICO E PERGOLADO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Imagem: tom amadeirado.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Diretriz: concreto ripado + pilares.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Memorial: aço corten ou madeira.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BASE E MURO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Muro: granitina (diretriz) × cor Seazone.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Pedra do acesso: retirar (diretriz).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Portão de ripas pretas.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 E LUZ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Letreiro MEIRELES SPOT sem detalhe.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Casinhas iluminadas no muro e no topo.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Spots no forro das lajes: sem luminotécnico.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BRISES E FLOREIRAS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Brise do ar-condicionado: cor e material.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 sobre a marquise.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da diretriz não estão na REV06.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PROJETO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Pasta de executivo vazia.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Legal R04: F1 sem materiais nem pórtico.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Sem executivo de interiores.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(IMAGEM VENDIDA + DIRETRIZ + BRIEFING)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Torre em crômio texturizado com molduras de concreto ripado.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Pórtico e vigas em destaque no topo e na lateral.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pretas (linha 32 gold, perfil preto).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Marquise com floreira e letreiro MEIRELES SPOT.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Casinha Seazone iluminada no muro e no topo.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Piscina esverdeada com deck amadeirado no rooftop.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Recepção: pedra, ripado PVC e jardim vertical.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Unidades: MDF cerrado, granito São Gabriel, metal preto.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no lançamento.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e PENDENTE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O executivo de arquitetura deve trazer quadro de materiais da fachada.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(crômio, concreto ripado, granitina, madeira do pórtico) aprovadas no local.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imagem, diretriz, briefing e memorial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(1.28 - [4284] MEIRELES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08 / 05 - Imagens 3D / REV06 · 08 / 06 - Projeto Legal · diretriz "MEIRELES SPOT_TEXTURAS"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Interiores: </a:t>
            </a:r>
            <a:r>
              <a:rPr sz="650" b="0">
                <a:solidFill>
                  <a:srgbClr val="9FB0D4"/>
                </a:solidFill>
                <a:latin typeface="Arial"/>
              </a:rPr>
              <a:t>08 / 10 - Projeto de Interiores (imagens, memorial, moodboard)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(briefing e Indicações)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Memorial: </a:t>
            </a:r>
            <a:r>
              <a:rPr sz="650" b="0">
                <a:solidFill>
                  <a:srgbClr val="9FB0D4"/>
                </a:solidFill>
                <a:latin typeface="Arial"/>
              </a:rPr>
              <a:t>09 - Memorial Descritivo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MEIRELES SPOT  ·  BOOK DE PREMISSAS DE FACHADA E INTERIORES  ·  27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arquitetura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Emitir com quadro de materiais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Concreto ripado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Sistema das molduras, marquise e laje técnica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Pórtico e vigas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Tom amadeirado (imagem) × concreto ripado (diretriz)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Material e pilares de apoio (diretriz)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Crômio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Produto, textura e painel-teste na torre e no reservatório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Granitina (diretriz) × cor Seazone com logo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Pedra do 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Confirmar retirada (diretriz)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 do ar-condicionado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Cor e material (madeira × PVC × escuro)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e logos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MEIRELES SPOT e casinhas: material, luz e ponto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Marquise e posições da diretriz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perfil "U" inox × montantes da imagem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Luminotécnico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Spots das lajes, logos, frases e áreas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 da 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na laje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das áreas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Brancas (briefing) × cinza (imagens)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× Crômio/Nuvem de Chuva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Urbano + Calopsita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da estante e da copa em ilha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Contratar e detalhar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MEIRELES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Projeto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MEIRELES SPOT  ·  BOOK DE PREMISSAS DE FACHADA E INTERIORES  · 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