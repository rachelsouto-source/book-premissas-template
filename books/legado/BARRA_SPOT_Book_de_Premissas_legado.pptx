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_-_FINAL_Exterior_23-06-2022__imagem_03.1.jpg"/>
          <p:cNvPicPr>
            <a:picLocks noChangeAspect="1"/>
          </p:cNvPicPr>
          <p:nvPr/>
        </p:nvPicPr>
        <p:blipFill>
          <a:blip r:embed="rId2"/>
          <a:srcRect l="28869" r="26649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Barra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Projeto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3D finais (exterior 23/06/2022 e interiores 30/06/2022) · Projeto Legal Bragaglia (PL-ARQ R21) · modelo executivo R18 (IFC) · Memorial Descritivo REV01 · Interiores Bragaglia R03 · Diretrizes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R. Angelina Joaquim dos Santos, 271 · Barra da Lagoa · Florianópolis/SC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Barra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da Bragaglia Arquitetos</a:t>
            </a:r>
            <a:r>
              <a:rPr sz="750" b="0">
                <a:solidFill>
                  <a:srgbClr val="333333"/>
                </a:solidFill>
                <a:latin typeface="Arial"/>
              </a:rPr>
              <a:t> (projeto legal R21 e modelo executivo R18) e o projeto de interiores: o que a imagem vendeu, o que o projeto especifica, onde divergem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rua, garden e imagens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Notas do projeto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elevações e cortes PL R21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hall, rooftop, piscina, lofts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Diretrizes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cor e textura o projeto define?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o projeto diverge da imagem vendida?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os brises, o jardim vertical e o pergolado?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(1.7 - [0268] Barra Spot / 00 - Projeto): 09 - Projeto Arquitetônico (imagens 3D, executivo, interiores, diretrizes), Projetos Compartilhados / Arquitetura e 10 - Memorial descritivo. Foco: imagens externas, texturas e interiores.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e legenda técnica  ·  notas do projeto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BARRA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-_FINAL_Exterior_23-06-2022__imagem_03.1.jpg"/>
          <p:cNvPicPr>
            <a:picLocks noChangeAspect="1"/>
          </p:cNvPicPr>
          <p:nvPr/>
        </p:nvPicPr>
        <p:blipFill>
          <a:blip r:embed="rId4"/>
          <a:srcRect t="330" b="33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945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IMAGEM 03.1 (ESQUINA)</a:t>
            </a:r>
          </a:p>
        </p:txBody>
      </p:sp>
      <p:sp>
        <p:nvSpPr>
          <p:cNvPr id="13" name="Oval 12"/>
          <p:cNvSpPr/>
          <p:nvPr/>
        </p:nvSpPr>
        <p:spPr>
          <a:xfrm>
            <a:off x="2806293" y="171815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29153" y="174101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907792" y="22283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0652" y="22512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197303" y="237012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20163" y="239298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669030" y="171815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91889" y="174101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364534" y="200162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7394" y="202448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654046" y="25685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76906" y="25914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806293" y="279532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29153" y="281818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872026" y="22283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94886" y="22512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4328769" y="24551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51629" y="24780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3415284" y="339059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38144" y="341345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BARRA SPOT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letras brancas sobre o jardim vertical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Jardim vertical da esquina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painel verde entre as lajes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Volumes escuros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grafite · textura concreto nas vigas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Painéis e brises amadeirados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ripado vertical textura madeira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Floreiras das sacadas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vasos com escoamento de água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Lajes e platibandas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cinza · pintura Patativa Suvinil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Base em pedra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muro de arrimo em pedra natural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alumínio pintado de preto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Pergolado dos gardens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metálico preto com ripas de madeira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Muro e gradil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pedra com gradil sobre o passeio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vendida alterna volumes escuros e painéis amadeirados com ripado vertical, marcados por lajes cinza. Na esquina, o jardim vertical recebe o letreiro BARRA SPOT; na base, muro de pedra natural, gardens com deck e pergolados escuros com ripas de madeira.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(2022): referência visual, não substitui amostra física. Especificação: notas dos cortes PL-ARQ 009 a 016 (R21), modelo R18 (IFC) e Memorial REV01.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viga.jpg"/>
          <p:cNvPicPr>
            <a:picLocks noChangeAspect="1"/>
          </p:cNvPicPr>
          <p:nvPr/>
        </p:nvPicPr>
        <p:blipFill>
          <a:blip r:embed="rId4"/>
          <a:srcRect l="11830" r="11830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Pintura Patativa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lajes, platibandas e paredes externas.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Patativa Suvinil, acabamento fosco (cortes PL) · material "Patativa" no modelo R18.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memorial REV01 cita revestimento cerâmico de fachada: confirmar pintura.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escuro.jpg"/>
          <p:cNvPicPr>
            <a:picLocks noChangeAspect="1"/>
          </p:cNvPicPr>
          <p:nvPr/>
        </p:nvPicPr>
        <p:blipFill>
          <a:blip r:embed="rId5"/>
          <a:srcRect t="17216" b="1721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concreto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vigas de borda e volumes escuros.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 com revestimento em massa acrílica textura concreto (cortes PL C, D, E e F).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imagem mostra volumes grafite: aprovar tom da textura com amostra.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dobase.jpg"/>
          <p:cNvPicPr>
            <a:picLocks noChangeAspect="1"/>
          </p:cNvPicPr>
          <p:nvPr/>
        </p:nvPicPr>
        <p:blipFill>
          <a:blip r:embed="rId6"/>
          <a:srcRect l="2205" r="220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madeira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vigas e painéis amadeirados das fachadas.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 com revestimento textura madeira (cortes PL) · modelo R18: "Madeira - Cumaru" e "Madeira pintada de grafite".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textura pintada (PL) × madeira no modelo: definir material.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brise.jpg"/>
          <p:cNvPicPr>
            <a:picLocks noChangeAspect="1"/>
          </p:cNvPicPr>
          <p:nvPr/>
        </p:nvPicPr>
        <p:blipFill>
          <a:blip r:embed="rId7"/>
          <a:srcRect t="29243" b="29243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ripado vertical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esquadrias das sacadas.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brise ripado vertical textura madeira (corte C) · memorial 12.4: brises com estrutura em madeira, móveis.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fixo (PL) × móvel (memorial) e textura × madeira. CRÍTICO ·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esq.jpg"/>
          <p:cNvPicPr>
            <a:picLocks noChangeAspect="1"/>
          </p:cNvPicPr>
          <p:nvPr/>
        </p:nvPicPr>
        <p:blipFill>
          <a:blip r:embed="rId8"/>
          <a:srcRect t="25439" b="25439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e portas das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modelo R18: alumínio pintado de preto · memorial: alumínio anodizado ou pintado, cor conforme projeto.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 (esquadrias pretas). DEFINIDO.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branco.jpg"/>
          <p:cNvPicPr>
            <a:picLocks noChangeAspect="1"/>
          </p:cNvPicPr>
          <p:nvPr/>
        </p:nvPicPr>
        <p:blipFill>
          <a:blip r:embed="rId9"/>
          <a:srcRect t="33626" b="33626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Massa texturizada branca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reservatório, salão gourmet e barrilete.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massa acrílica texturizada abacamento fosco, cor semelhante branco · pintura acrílica branco fosco (cortes).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tom do volume superior contra a imagem.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(2022): referência visual, não substitui amostra física. Especificação: projeto legal R21, modelo R18 e Memorial REV01.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letreiro.jpg"/>
          <p:cNvPicPr>
            <a:picLocks noChangeAspect="1"/>
          </p:cNvPicPr>
          <p:nvPr/>
        </p:nvPicPr>
        <p:blipFill>
          <a:blip r:embed="rId4"/>
          <a:srcRect l="7394" r="739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Jardim vertical + letreiro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esquina da fachada principal.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verde com letras BARRA SPOT (imagem) · projeto legal: apenas vasos para floreiras.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de estrutura, irrigação e fixação do letreiro. PENDENTE.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flor.jpg"/>
          <p:cNvPicPr>
            <a:picLocks noChangeAspect="1"/>
          </p:cNvPicPr>
          <p:nvPr/>
        </p:nvPicPr>
        <p:blipFill>
          <a:blip r:embed="rId5"/>
          <a:srcRect l="16568" r="1656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bordas das sacadas.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vasos para floreiras, prever escoamento de água (cortes PL) · memorial 24.1: paisagismo nas floreiras.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imagem: detalhar impermeabilização e dreno.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edra.jpg"/>
          <p:cNvPicPr>
            <a:picLocks noChangeAspect="1"/>
          </p:cNvPicPr>
          <p:nvPr/>
        </p:nvPicPr>
        <p:blipFill>
          <a:blip r:embed="rId6"/>
          <a:srcRect l="6486" r="6486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Base em pedra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muro de arrimo, base do térreo e pilares dos gardens.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pedra natural (imagem) · modelo R18: "Arrimo de pedra".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não aparece nas notas do projeto legal: confirmar pedra e paginação.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ergolagarden.jpg"/>
          <p:cNvPicPr>
            <a:picLocks noChangeAspect="1"/>
          </p:cNvPicPr>
          <p:nvPr/>
        </p:nvPicPr>
        <p:blipFill>
          <a:blip r:embed="rId7"/>
          <a:srcRect l="24214" r="2421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dos gardens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acessos das unidades do térreo.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 metálica preto fosco com montantes intermediários textura madeira (corte C) · pergolado metálico preto fosco (corte E).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deck.jpg"/>
          <p:cNvPicPr>
            <a:picLocks noChangeAspect="1"/>
          </p:cNvPicPr>
          <p:nvPr/>
        </p:nvPicPr>
        <p:blipFill>
          <a:blip r:embed="rId8"/>
          <a:srcRect l="23044" r="23044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Deck dos gardens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gardens das unidades do térreo.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deck madeira (corte E) · memorial: deck em madeira tratada com verniz fosco · modelo: deck de madeira.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para jacuzzi no garden (corte C e E). DEFINIDO.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rampa.jpg"/>
          <p:cNvPicPr>
            <a:picLocks noChangeAspect="1"/>
          </p:cNvPicPr>
          <p:nvPr/>
        </p:nvPicPr>
        <p:blipFill>
          <a:blip r:embed="rId9"/>
          <a:srcRect l="4291" r="4291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da 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fachada ripada do térreo, junto à rampa.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letras BARRA SPOT sobre painel ripado (imagem) · memorial 24.2: nome do edifício na fachada.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de material, iluminação e ponto elétrico. PENDENTE.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da rua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-_FINAL_Exterior_23-06-2022__imagem_09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7830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IMAGEM 09</a:t>
            </a:r>
          </a:p>
        </p:txBody>
      </p:sp>
      <p:sp>
        <p:nvSpPr>
          <p:cNvPr id="13" name="Oval 12"/>
          <p:cNvSpPr/>
          <p:nvPr/>
        </p:nvSpPr>
        <p:spPr>
          <a:xfrm>
            <a:off x="2656332" y="129479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79191" y="131765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427732" y="196285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50591" y="198571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656332" y="22454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79191" y="22683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513332" y="19371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36192" y="196001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159251" y="160312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82111" y="162598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616451" y="196285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39311" y="198571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061972" y="263091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84832" y="265377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747772" y="28364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70632" y="28593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650492" y="273369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73352" y="275655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747772" y="322188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70632" y="324474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257800" y="1170432"/>
          <a:ext cx="3383280" cy="329184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(PL R21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Platibanda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Patativa Suvinil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Vasos com escoamento de água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escuro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Massa acrílica textura concreto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textura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pintado de preto (R18)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madeira × Cumaru (R18)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BARRA SPOT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da base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madeira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Arrimo de pedra (R18)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Rampa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metálico · NBR 9050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DA RUA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frente combina volumes escuros com painéis amadeirados, floreiras contínuas e base ripada com o letreiro BARRA SPOT junto à rampa. O projeto legal traduz os painéis em "textura madeira" pintada: definir se o acabamento será textura ou madeira antes da compra.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Térreo: gardens das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-_FINAL_Exterior_23-06-2022__imagem_10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7830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IMAGEM 10</a:t>
            </a:r>
          </a:p>
        </p:txBody>
      </p:sp>
      <p:sp>
        <p:nvSpPr>
          <p:cNvPr id="13" name="Oval 12"/>
          <p:cNvSpPr/>
          <p:nvPr/>
        </p:nvSpPr>
        <p:spPr>
          <a:xfrm>
            <a:off x="2061972" y="165451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84832" y="167737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061972" y="211701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84832" y="213987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119372" y="219410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42231" y="221696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82012" y="273369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04872" y="275655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513332" y="340175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36192" y="342461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284732" y="24510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07592" y="24739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027932" y="13461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50791" y="13690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564892" y="188576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87752" y="190862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250692" y="20656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73552" y="20884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 metálica preto fosco + ripas textura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Divisor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Memorial: brises fixos de madeira, estrutura em alumínio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Pilar de 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natural · arrimo de pedra (R18)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tratada, verniz fosco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Caminho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Placas de pedra sobre grama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Grama e plantas ornamentais (memorial 24.1)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Vasos com escoamento na sacada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preto, vidro incolor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branco fosco (cortes)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DOS GARDENS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Cada garden tem deck de madeira, pergolado escuro com ripas e divisores ripados entre unidades, apoiados em muretas e pilares de pedra. O memorial pede forro de madeira lambri ipê ou gesso sob as sacadas e ponto para jacuzzi no garden.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IMAGENS DE 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Imagens aprovadas (2022) × novas imagens (2024)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032503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-_FINAL_Exterior_23-06-2022__imagem_07.jpg"/>
          <p:cNvPicPr>
            <a:picLocks noChangeAspect="1"/>
          </p:cNvPicPr>
          <p:nvPr/>
        </p:nvPicPr>
        <p:blipFill>
          <a:blip r:embed="rId4"/>
          <a:srcRect l="84" r="84"/>
          <a:stretch>
            <a:fillRect/>
          </a:stretch>
        </p:blipFill>
        <p:spPr>
          <a:xfrm>
            <a:off x="502920" y="1170432"/>
            <a:ext cx="3977639" cy="2240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011680" cy="155448"/>
          </a:xfrm>
          <a:prstGeom prst="rect">
            <a:avLst/>
          </a:prstGeom>
          <a:solidFill>
            <a:srgbClr val="1E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FINAL EXTERIOR · 23/06/2022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7" y="1143000"/>
            <a:ext cx="4032503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_-_Imagens_novas_10-09-2024_(CENÁRIO_PRÉDIO_MAIOR)__2.jpg"/>
          <p:cNvPicPr>
            <a:picLocks noChangeAspect="1"/>
          </p:cNvPicPr>
          <p:nvPr/>
        </p:nvPicPr>
        <p:blipFill>
          <a:blip r:embed="rId5"/>
          <a:srcRect t="10976" b="8980"/>
          <a:stretch>
            <a:fillRect/>
          </a:stretch>
        </p:blipFill>
        <p:spPr>
          <a:xfrm>
            <a:off x="4663440" y="1170432"/>
            <a:ext cx="3977639" cy="22402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754880" y="1261872"/>
            <a:ext cx="2377440" cy="155448"/>
          </a:xfrm>
          <a:prstGeom prst="rect">
            <a:avLst/>
          </a:prstGeom>
          <a:solidFill>
            <a:srgbClr val="B28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NÃO APROVADAS · 10/09/2024 (PRÉDIO MAIOR)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93008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333"/>
                </a:solidFill>
                <a:latin typeface="Arial"/>
              </a:rPr>
              <a:t>Pasta "03 - FINAL Exterior": volumes escuros, painéis amadeirados, jardim vertical na esquina e base em pedra. É a referência de fachada usada neste 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93008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333"/>
                </a:solidFill>
                <a:latin typeface="Arial"/>
              </a:rPr>
              <a:t>Pasta "01 - Imagens não aprovadas / 04 - Imagens novas": cenário de prédio maior, com faixas de floreiras em todas as lajes, ripado contínuo e letreiro BARRA SPOT na base.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8138160" cy="65836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22452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215384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IMAGEM VIGENTE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443984"/>
            <a:ext cx="7827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As imagens de 2024 estão marcadas como não aprovadas. Antes de comprar revestimentos, confirmar com Projetos qual conjunto de imagens representa a fachada vigente do projeto legal R21.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 do projeto legal (PL-ARQ 015)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266944" cy="298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fachadas.jpg"/>
          <p:cNvPicPr>
            <a:picLocks noChangeAspect="1"/>
          </p:cNvPicPr>
          <p:nvPr/>
        </p:nvPicPr>
        <p:blipFill>
          <a:blip r:embed="rId4"/>
          <a:srcRect t="398" b="398"/>
          <a:stretch>
            <a:fillRect/>
          </a:stretch>
        </p:blipFill>
        <p:spPr>
          <a:xfrm>
            <a:off x="502920" y="1170432"/>
            <a:ext cx="5212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18795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6F7891"/>
                </a:solidFill>
                <a:latin typeface="Arial"/>
              </a:rPr>
              <a:t>Projeto legal Bragaglia, prancha 15 (arquivo R21, selo com revisões até a R22 de 13/08/2025): elevações frontal, lateral direita, fundos e lateral esquerda.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261872"/>
            <a:ext cx="22860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PROJETO LEGAL · FACHADAS (015 · R21)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170432"/>
            <a:ext cx="274320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2710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AS PRANCHAS TRAZEM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499616"/>
            <a:ext cx="243230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Elevações · </a:t>
            </a:r>
            <a:r>
              <a:rPr sz="700" b="0">
                <a:solidFill>
                  <a:srgbClr val="FFFFFF"/>
                </a:solidFill>
                <a:latin typeface="Arial"/>
              </a:rPr>
              <a:t>frontal, laterais e fundos em 1:100, sem legenda de material.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Cortes 009–016 · </a:t>
            </a:r>
            <a:r>
              <a:rPr sz="700" b="0">
                <a:solidFill>
                  <a:srgbClr val="FFFFFF"/>
                </a:solidFill>
                <a:latin typeface="Arial"/>
              </a:rPr>
              <a:t>notas de acabamento: Patativa, textura concreto, textura madeira, branco fosco, brise ripado, pergolado preto.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Modelo R18 · </a:t>
            </a:r>
            <a:r>
              <a:rPr sz="700" b="0">
                <a:solidFill>
                  <a:srgbClr val="FFFFFF"/>
                </a:solidFill>
                <a:latin typeface="Arial"/>
              </a:rPr>
              <a:t>executivo só em IFC/RVT, sem pranchas PDF de fachada.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Sem caderno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há detalhamento de brises, jardim vertical, letreiros nem paginação de pedra.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Corte C: notas de acabamento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0782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corteC.jpg"/>
          <p:cNvPicPr>
            <a:picLocks noChangeAspect="1"/>
          </p:cNvPicPr>
          <p:nvPr/>
        </p:nvPicPr>
        <p:blipFill>
          <a:blip r:embed="rId4"/>
          <a:srcRect l="11599" r="11599"/>
          <a:stretch>
            <a:fillRect/>
          </a:stretch>
        </p:blipFill>
        <p:spPr>
          <a:xfrm>
            <a:off x="502920" y="1170432"/>
            <a:ext cx="40233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PROJETO LEGAL · CORTE C (016)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63440" y="1170432"/>
          <a:ext cx="3977640" cy="336498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234440"/>
                <a:gridCol w="2103120"/>
                <a:gridCol w="64008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Nota no projeto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Ref.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Patativa Suvinil,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009–016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de borda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Massa acrílica textura concreto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010–016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amadeiradas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textura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010–016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ripado vertical textura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branco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010/016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 superior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Massa texturizada abacamento, cor branco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ripado textura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 metálica preto fosco + montantes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013/016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Vasos com escoamento de água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012–016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Garden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madeira · ponto para jacuzzi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013/016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em vidro laminado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008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pintado de preto (modelo R18)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IFC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de lançamento × projeto legal R21, modelo R18 e Memorial REV01.  DEFINIDO = convergem  ·  A VALIDAR = divergem ou sem detalhe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 2022)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legal R21 / modelo R18 / Memorial REV01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Acabamento geral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e painéis amadeirados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e texturas (PL) × revestimento cerâmico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Lajes e platibandas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Patativa Suvinil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Volumes escuros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Massa acrílica textura concreto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Painéis amadeirados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madeira (PL) × Cumaru (modelo R18)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Fixo textura madeira (PL) × madeira móvel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pintado de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Esquina com 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consta no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BARRA SPOT na esquina e na base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(memorial)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Nas sacadas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Vasos com escoamento de água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Base em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e pilares em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Arrimo de pedra (R18) · sem nota no PL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 garden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Escuro com ripas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 preto fosco + montantes textura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 garden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madeira tratada, verniz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laminado (PL) · alumínio anodizado + vidro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Imagens vigentes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Final 2022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Novas imagens 2024 marcadas como não aprovadas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Hall e corredores  ·  salão gourmet do rooftop  ·  piscina  ·  lofts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BARRA SPOT  ·  BOOK DE PREMISSAS DE FACHADA E INTERIORES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Hall de entrada e corredores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ac08.jpg"/>
          <p:cNvPicPr>
            <a:picLocks noChangeAspect="1"/>
          </p:cNvPicPr>
          <p:nvPr/>
        </p:nvPicPr>
        <p:blipFill>
          <a:blip r:embed="rId4"/>
          <a:srcRect l="2804" r="2804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R03 · HALL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ac20.jpg"/>
          <p:cNvPicPr>
            <a:picLocks noChangeAspect="1"/>
          </p:cNvPicPr>
          <p:nvPr/>
        </p:nvPicPr>
        <p:blipFill>
          <a:blip r:embed="rId5"/>
          <a:srcRect l="2804" r="2804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R03 · CORREDOR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Projeto de interiores Bragaglia, áreas comuns R03: hall com pé-direito duplo e corredores com o mapa da ilha.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(interiores R03 · memorial REV01 · modelo R18)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claro tipo granilite em grande formato (imagem) · memorial: porcelanato retificado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clara · painéis com o mapa de Florianópolis em relevo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Quadros de mar em grande formato, banco em madeira, palmeira em floreira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Cadeiras tipo Acapulco pretas com mesa lateral, vasos cinza com vegetação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cinza com numeração grande em relevo e fechadura eletrônica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Elevador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com supergráfico "BARRA SPOT"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iluminação linear (diretrizes: forro de acordo com o arquitetônico)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 em alumínio preto e vidro, pé-direito duplo com esquadria superior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Gesso, massa corrida PVA e pintura branco fosco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salão gourmet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ac24.jpg"/>
          <p:cNvPicPr>
            <a:picLocks noChangeAspect="1"/>
          </p:cNvPicPr>
          <p:nvPr/>
        </p:nvPicPr>
        <p:blipFill>
          <a:blip r:embed="rId4"/>
          <a:srcRect l="2804" r="2804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R03 · SALÃO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ac32.jpg"/>
          <p:cNvPicPr>
            <a:picLocks noChangeAspect="1"/>
          </p:cNvPicPr>
          <p:nvPr/>
        </p:nvPicPr>
        <p:blipFill>
          <a:blip r:embed="rId5"/>
          <a:srcRect l="2804" r="2804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BANCADA E COPA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Jardim vertical com neon "Today is a good day", balanço suspenso e painel Seazone azul.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(interiores R03 · projeto legal · diretrizes)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ripado de madeira em todo o salão (imagem) · PL: forro ripado textura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Parede-destaque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letreiro em neon · painel azul com logo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Revestido em madeira clara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Balcão em madeira clara com banquetas metálicas 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Marcenaria verde-sálvia, bancada branca, revestimento tipo metrô branco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Cristaleira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Armário com portas de vidro e nichos coloridos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Pendentes cilíndricos pretos sobre a bancada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claro tipo granilite (imagem) · memorial: porcelanato 90×90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Exaustão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Coifa na área comum do rooftop (diretrizes, climatização)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piscina de borda infinita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ac37.jpg"/>
          <p:cNvPicPr>
            <a:picLocks noChangeAspect="1"/>
          </p:cNvPicPr>
          <p:nvPr/>
        </p:nvPicPr>
        <p:blipFill>
          <a:blip r:embed="rId4"/>
          <a:srcRect l="2804" r="2804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R03 · PISCINA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-_FINAL_Exterior_23-06-2022__piscina_01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002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PISCINA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A imagem de lançamento mostra piso de cacos de pedra; o interiores R03 mostra piso claro liso ao redor da piscina.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REV01 · modelo R18 · diretrizes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Borda infinita voltada para o mar (memorial e imagens)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Revestimento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Memorial: pastilhas · modelo R18: piso 20×20 · imagem: pastilha azul-esverdeada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Borda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Memorial: cerâmica atérmica, pedra São Tomé ou granito · imagem 2022: cacos de pedra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Piso claro com espreguiçadeiras e ombrelones (interiores R03)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laminado (PL) · memorial: alumínio anodizado com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Barra de apoio em alumínio fixada na piscina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Piscina aquecida, estudar aquecimento solar (diretrizes) ·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Espreguiçadeiras, poltronas em fibra, ombrelones brancos (imagens)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cinza tipo granilite no piso e paredes, louças brancas (R03)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Lofts: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-_FINAL_Interiores_30-06-2022__SALA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FINAL INTERIORES · SALA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-_FINAL_Interiores_30-06-2022__VARANDA_02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VARANDA · DECK + RIPADO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finais de interiores (30/06/2022) e projeto dos lofts 23 e 29 (R02/R01). A ata de alterações de 06/02/2023 está vazia no Drive.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(imagens · memorial REV01 · modelo R18 · diretrizes)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Imagem: piso amadeirado · modelo R18: laminado de madeira × memorial: porcelanato 90×90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clara e parede em cimento queimado atrás da cama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Escada branca com guarda-corpo em ripas de madeira até o 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Rack branco com base amadeirada, cozinha branca e cinza, arara metálica preta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claro, bancada com cuba de apoio, nicho no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Varanda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Deck de madeira, ripado vertical, floreira, jacuzzi no loft 23 (R02)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Só em banheiro e cozinha; evitar forro em sala e quartos (diretrizes)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Alumínio preto, vidro incolor · vidro mini boreal no banheiro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Madeira tipo kit pronto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do projeto de interiores Bragaglia (áreas comuns R03) e das imagens de lançamento.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granilite.jpg"/>
          <p:cNvPicPr>
            <a:picLocks noChangeAspect="1"/>
          </p:cNvPicPr>
          <p:nvPr/>
        </p:nvPicPr>
        <p:blipFill>
          <a:blip r:embed="rId4"/>
          <a:srcRect l="33097" r="33097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tipo granilite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hall, corredores e salão gourmet.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claro com grãos em grande formato (R03) · memorial: porcelanato retificado.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especificar referência e formato antes da compra.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banco.jpg"/>
          <p:cNvPicPr>
            <a:picLocks noChangeAspect="1"/>
          </p:cNvPicPr>
          <p:nvPr/>
        </p:nvPicPr>
        <p:blipFill>
          <a:blip r:embed="rId5"/>
          <a:srcRect l="24502" r="24502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Banco de madeira do hall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hall de entrada.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banco em madeira clara com quadros de mar e palmeira (R03).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marcenaria e quadros sem memorial de fornecedor.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forroripado.jpg"/>
          <p:cNvPicPr>
            <a:picLocks noChangeAspect="1"/>
          </p:cNvPicPr>
          <p:nvPr/>
        </p:nvPicPr>
        <p:blipFill>
          <a:blip r:embed="rId6"/>
          <a:srcRect l="37354" r="37354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ripado de madeira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salão gourmet do rooftop.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forro ripado em madeira (R03) · projeto legal: forro ripado textura madeira.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madeira natural × textura antes da execução.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jardimint.jpg"/>
          <p:cNvPicPr>
            <a:picLocks noChangeAspect="1"/>
          </p:cNvPicPr>
          <p:nvPr/>
        </p:nvPicPr>
        <p:blipFill>
          <a:blip r:embed="rId7"/>
          <a:srcRect t="38955" b="38955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Jardim vertical interno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do salão gourmet.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jardim vertical com neon "Today is a good day" e balanço suspenso (R03).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elétrico do neon, irrigação e reforço do balanço.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astilhaint.jpg"/>
          <p:cNvPicPr>
            <a:picLocks noChangeAspect="1"/>
          </p:cNvPicPr>
          <p:nvPr/>
        </p:nvPicPr>
        <p:blipFill>
          <a:blip r:embed="rId8"/>
          <a:srcRect l="25661" r="2566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Pastilha da piscina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de borda infinita.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pastilha azul (R03 e imagens) · memorial: pastilhas · modelo R18: piso 20×20.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fechar referência e cor antes do pedido.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bordapisc.jpg"/>
          <p:cNvPicPr>
            <a:picLocks noChangeAspect="1"/>
          </p:cNvPicPr>
          <p:nvPr/>
        </p:nvPicPr>
        <p:blipFill>
          <a:blip r:embed="rId9"/>
          <a:srcRect l="20746" r="20746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Borda em pedra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entorno da piscina (imagem de lançamento).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cacos de pedra clara (imagem 2022) · memorial: cerâmica atérmica, pedra São Tomé ou granito.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R03 mostra piso liso: definir o acabamento. A VALIDAR.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lofts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finais de interiores (30/06/2022).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isomadeira.jpg"/>
          <p:cNvPicPr>
            <a:picLocks noChangeAspect="1"/>
          </p:cNvPicPr>
          <p:nvPr/>
        </p:nvPicPr>
        <p:blipFill>
          <a:blip r:embed="rId4"/>
          <a:srcRect l="34770" r="34770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Piso amadeirado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sala e quartos dos lofts.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amadeirado claro (imagem) · modelo R18: laminado de madeira · memorial: porcelanato 90×90.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diverge entre imagem e memorial.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imentoint.jpg"/>
          <p:cNvPicPr>
            <a:picLocks noChangeAspect="1"/>
          </p:cNvPicPr>
          <p:nvPr/>
        </p:nvPicPr>
        <p:blipFill>
          <a:blip r:embed="rId5"/>
          <a:srcRect t="6335" b="6335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cabeceira.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em cimento queimado claro (imagem).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não consta no memorial: confirmar textura.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sescada.jpg"/>
          <p:cNvPicPr>
            <a:picLocks noChangeAspect="1"/>
          </p:cNvPicPr>
          <p:nvPr/>
        </p:nvPicPr>
        <p:blipFill>
          <a:blip r:embed="rId6"/>
          <a:srcRect t="9694" b="9694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Ripas da escada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guarda-corpo da escada do mezanino.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ripas verticais de madeira clara do piso ao teto (imagem).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verificar espaçamento e fixação do guarda-corpo ripado.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arara.jpg"/>
          <p:cNvPicPr>
            <a:picLocks noChangeAspect="1"/>
          </p:cNvPicPr>
          <p:nvPr/>
        </p:nvPicPr>
        <p:blipFill>
          <a:blip r:embed="rId7"/>
          <a:srcRect l="3348" r="334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Arara metálica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quarto dos lofts.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estrutura metálica preta com prateleiras brancas (imagem).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fixação no teto e na parede.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deckvaranda.jpg"/>
          <p:cNvPicPr>
            <a:picLocks noChangeAspect="1"/>
          </p:cNvPicPr>
          <p:nvPr/>
        </p:nvPicPr>
        <p:blipFill>
          <a:blip r:embed="rId8"/>
          <a:srcRect l="30548" r="3054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Deck da varanda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varandas dos lofts.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deck de madeira com ripado vertical e floreira (imagem) · memorial: deck em madeira tratada.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loft 23: prever jacuzzi na varanda (R02 e cortes).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bwc.jpg"/>
          <p:cNvPicPr>
            <a:picLocks noChangeAspect="1"/>
          </p:cNvPicPr>
          <p:nvPr/>
        </p:nvPicPr>
        <p:blipFill>
          <a:blip r:embed="rId9"/>
          <a:srcRect t="3353" b="3353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Banheiro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banheiros dos lofts.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claro, bancada com cuba de apoio e marcenaria amadeirada (imagem).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vidro mini boreal nas esquadrias do banheiro (memorial).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interiores Bragaglia R03, Memorial REV01, modelo R18 e diretrizes.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/ interiores R03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Memorial REV01 / modelo R18 / diretrizes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Granilite claro grande formato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retificado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Hall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Mapa da ilha, quadros de mar, banco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memorial de decoração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Mapa em relevo, números grandes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do salão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ripado textura madeira (PL)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Com neon e 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detalhado no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Copa gourmet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Marcenaria verde-sálvia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Coifa prevista (diretrizes)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azul, borda infinita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Pastilhas (memorial) × piso 20×20 (R18)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 da 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Cacos de pedra × piso liso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Atérmica, São Tomé ou granito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Estudar aquecimento solar (diretrizes)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dos lofts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Laminado (R18) × porcelanato 90×90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Forros dos lofts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Teto liso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Só banheiro e cozinha (diretrizes)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Escada do loft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detalhe executivo em PDF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Varandas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Deck, ripado, jacuzzi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tratado (memorial) · ponto jacuzzi (PL)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e pendentes pretos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Luminotécnico será enviado (diretrizes)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DIRETRIZES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Diretrizes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Opções marcadas em "BARRA - Diretrizes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BARRA SPOT  ·  BOOK DE PREMISSAS DE FACHADA E INTERIORES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DIRETRIZES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Diretrizes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Planilha "BARRA - Diretrizes de Projeto" (modelo SIM/NÃO, 2023) × projeto legal R21, modelo R18 e Memorial REV01. A planilha traz poucos itens de acabamento.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Diretriz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· cozinha e 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SIM · manter forro nos banheiros e cozinha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Gesso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· sala e quartos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· evitar forros; se necessário, sanca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com teto liso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· áreas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SIM · de acordo com 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ripado madeira no salão (PL e R03)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Vedação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Tijolo cerâmico · sem drywall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Alvenaria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SIM · será enviado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projeto na pasta 10 - Luminotécnico baixada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Pendentes e spots só nas imagens R03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SIM · aquecida, estudar solar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infinita (memorial) · sem projeto de 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Ar-condicionado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SIM · dormitórios e salão de festas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Infraestrutura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Exaustão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SIM · banheiros e coifa no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Coifa na copa do salão (R03)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Fogão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SIM · indução elétrico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Cozinha dos lofts (imagens)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de serviço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· não há área de serviço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Lofts sem lavanderia (imagens)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diretriz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madeira fixo (PL) × madeira móvel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Revestimento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diretriz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Pintura/texturas (PL) × cerâmico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diretriz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laminado (PL) · alumínio + vidro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Comunicação visual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diretriz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(memorial)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BARRA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FACHADA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Memorial fala em revestimento cerâmico; o projeto legal especifica pintura e texturas.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Painéis amadeirados: textura pintada (PL) × madeira Cumaru (modelo R18).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Confirmar qual conjunto de imagens (2022 × 2024) é o vigente.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 E RIPADOS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 fixo textura madeira (PL) × madeira móvel (memorial).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Divisores dos gardens: madeira com estrutura em alumínio (memorial).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fabricar antes de fechar material e fixação.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Jardim vertical da esquina com letreiro BARRA SPOT sem projeto.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 da base sem detalhe de material e iluminação.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Prever pontos elétricos antes dos revestimentos.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BASE E GARDENS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Pedra natural no muro e pilares: sem nota no projeto legal.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 metálico preto com ripas e deck tratado: conforme imagem.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Ponto para jacuzzi nos gardens e na varanda do loft 23.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o projeto de interiores Bragaglia R03 nas áreas comuns.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ripado do salão: madeira × textura.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Piso dos lofts: amadeirado (imagem) × porcelanato 90×90 (memorial).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PISCINA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Pastilha azul (imagem) × piso 20×20 (modelo R18).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Borda: cacos de pedra (2022) × piso liso (R03) × São Tomé (memorial).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Aquecimento solar em estudo, sem projeto.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(CONVERGEM LANÇAMENTO E PROJETO)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Lajes e platibandas em pintura Patativa Suvinil fosco.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em alumínio pintado de preto.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com vegetação nas sacadas, com escoamento de água.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 dos gardens metálico preto com ripas amadeiradas.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Gardens com deck de madeira tratada.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de borda infinita voltada para o mar.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Salão gourmet com forro ripado amadeirado e jardim vertical.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Lofts com guarda-corpo ripado na escada e varanda com deck.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Confirmar se o acabamento de fachada é pintura/textura (PL R21) ou cerâmico (memorial).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(Patativa, textura concreto, textura madeira, pedra, pastilha)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projeto e imagem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(1.7 - [0268] BARRA SPOT / 00 - PROJETO)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Projetos Compartilhados / Arquitetura (PL-ARQ R21) · 09 / 08 - Projeto executivo (R18)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09 / 04 - Imagens 3D (FINAL Exterior 2022 e FINAL Interiores 2022)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Memoriais: </a:t>
            </a:r>
            <a:r>
              <a:rPr sz="650" b="0">
                <a:solidFill>
                  <a:srgbClr val="9FB0D4"/>
                </a:solidFill>
                <a:latin typeface="Arial"/>
              </a:rPr>
              <a:t>10 - Memorial descritivo (REV01) · 09 / 12 - Projeto de interiores (R03)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Diretrizes: </a:t>
            </a:r>
            <a:r>
              <a:rPr sz="650" b="0">
                <a:solidFill>
                  <a:srgbClr val="9FB0D4"/>
                </a:solidFill>
                <a:latin typeface="Arial"/>
              </a:rPr>
              <a:t>09 / 13 - Diretrizes · BARRA - Diretrizes de Projeto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BARRA SPOT  ·  BOOK DE PREMISSAS DE FACHADA E INTERIORES  ·  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Imagens vigentes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Final 2022 × novas 2024 (não aprovadas)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Acabamento de fachada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Pintura/texturas (PL R21) × revestimento cerâmico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Painéis amadeirados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madeira pintada × madeira Cumaru (modelo R18)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Fixo (PL) × móvel (memorial) · material e fixação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 + 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Estrutura, irrigação, letras e iluminação na esquina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da base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Material, iluminação e ponto elétrico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Base em 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Tipo de pedra e paginação do muro e pilares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Caderno de fachada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Executivo R18 só em IFC/RVT: emitir pranchas de fachada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laminado (PL) × alumínio anodizado + vidro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áreas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Granilite (R03) × porcelanato retificado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do salão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madeira natural × textura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 interno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Neon, irrigação e reforço do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× 20×20 · borda · aquecimento solar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dos lofts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Amadeirado/laminado × porcelanato 90×90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Escada dos lofts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Detalhe do guarda-corpo 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Jacuzzi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nos gardens e na varanda do loft 23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Projeto a ser enviado (diretrizes)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Ata de interiores 06/02/2023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Arquivo vazio no Drive: recuperar as alterações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BARRA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Projeto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BARRA SPOT  ·  BOOK DE PREMISSAS DE FACHADA E INTERIORES  ·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