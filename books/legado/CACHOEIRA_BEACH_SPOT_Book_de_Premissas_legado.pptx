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7.jpg"/><Relationship Id="rId5" Type="http://schemas.openxmlformats.org/officeDocument/2006/relationships/image" Target="../media/image3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9.jpg"/><Relationship Id="rId5" Type="http://schemas.openxmlformats.org/officeDocument/2006/relationships/image" Target="../media/image4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1.jpg"/><Relationship Id="rId5" Type="http://schemas.openxmlformats.org/officeDocument/2006/relationships/image" Target="../media/image4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53.jpg"/><Relationship Id="rId9" Type="http://schemas.openxmlformats.org/officeDocument/2006/relationships/image" Target="../media/image4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5_-_Imagens_3D__IMAGEM_4_RETRATO.jpg"/>
          <p:cNvPicPr>
            <a:picLocks noChangeAspect="1"/>
          </p:cNvPicPr>
          <p:nvPr/>
        </p:nvPicPr>
        <p:blipFill>
          <a:blip r:embed="rId2"/>
          <a:srcRect l="304" r="304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Cachoeira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Beach 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Projeto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· LOG de considerações de fachada (17 indicações validadas pela diretoria) · anteprojeto V05 (Bloco B) · Projeto Legal aprovado · Memorial Descritivo · Premissas de Projeto · interiores Seazone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Servidão Recanto da Cachoeira · Cachoeira do Bom Jesus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Cachoeira Beach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LOG de considerações de fachada</a:t>
            </a:r>
            <a:r>
              <a:rPr sz="750" b="0">
                <a:solidFill>
                  <a:srgbClr val="333333"/>
                </a:solidFill>
                <a:latin typeface="Arial"/>
              </a:rPr>
              <a:t> validado pela diretoria, o projeto da Bloco B, o briefing de premissas e o projeto de interiores: o que a imagem vendeu, o que foi especificado e o que validar antes da compra.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 de fachada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17 indicações validadas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18 elementos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frente, acesso e lateral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Projeto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elevações sem legenda de material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projeto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e 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cores e texturas a diretoria validou no LOG?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o projeto especifica e o que falta?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Brises e forros: madeira ou PVC tom Amêndoa?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(1.29 - [3491] Cachoeira Beach Spot / 02 - Projetos): 00 - Premissas de Projeto (briefing e LOG de considerações), 08 - Projeto Arquitetônico (imagens 3D, anteprojeto, legal, interiores) e 09 - Memorial Descritivo. Não há executivo nem planilha de conferência. Índices urbanísticos, áreas, medidas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LOG de fachada  ·  mapa de texturas  ·  vistas com marcação  ·  lançamento ×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BEACH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38658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MAGEM_4_RETRATO.jpg"/>
          <p:cNvPicPr>
            <a:picLocks noChangeAspect="1"/>
          </p:cNvPicPr>
          <p:nvPr/>
        </p:nvPicPr>
        <p:blipFill>
          <a:blip r:embed="rId4"/>
          <a:srcRect l="9344" r="9344"/>
          <a:stretch>
            <a:fillRect/>
          </a:stretch>
        </p:blipFill>
        <p:spPr>
          <a:xfrm>
            <a:off x="502920" y="1170432"/>
            <a:ext cx="233172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VISTA MAR</a:t>
            </a:r>
          </a:p>
        </p:txBody>
      </p:sp>
      <p:sp>
        <p:nvSpPr>
          <p:cNvPr id="13" name="Oval 12"/>
          <p:cNvSpPr/>
          <p:nvPr/>
        </p:nvSpPr>
        <p:spPr>
          <a:xfrm>
            <a:off x="1708177" y="139811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1037" y="142097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06877" y="17764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9737" y="17992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450199" y="249695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73059" y="251981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91895" y="32715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4755" y="32944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880163" y="184845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03023" y="18713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152473" y="21186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75333" y="21415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396120" y="29112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18980" y="29341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582437" y="319948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05297" y="322234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536192" y="39020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59052" y="39248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1822834" y="355975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45694" y="35826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1170432"/>
            <a:ext cx="2788920" cy="3538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79" y="1243584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3154679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1463040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 do rooftop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vegetação na borda da piscina</a:t>
            </a:r>
          </a:p>
        </p:txBody>
      </p:sp>
      <p:sp>
        <p:nvSpPr>
          <p:cNvPr id="37" name="Oval 36"/>
          <p:cNvSpPr/>
          <p:nvPr/>
        </p:nvSpPr>
        <p:spPr>
          <a:xfrm>
            <a:off x="3154679" y="180594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1787652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Forro das sacadas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PVC Amêndoa com spots embutidos</a:t>
            </a:r>
          </a:p>
        </p:txBody>
      </p:sp>
      <p:sp>
        <p:nvSpPr>
          <p:cNvPr id="39" name="Oval 38"/>
          <p:cNvSpPr/>
          <p:nvPr/>
        </p:nvSpPr>
        <p:spPr>
          <a:xfrm>
            <a:off x="3154679" y="213055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2112264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Vigas de borda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cimento queimado off-white</a:t>
            </a:r>
          </a:p>
        </p:txBody>
      </p:sp>
      <p:sp>
        <p:nvSpPr>
          <p:cNvPr id="41" name="Oval 40"/>
          <p:cNvSpPr/>
          <p:nvPr/>
        </p:nvSpPr>
        <p:spPr>
          <a:xfrm>
            <a:off x="3154679" y="24551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2436876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Paredes entre sacadas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cimento queimado Dia de Chuva</a:t>
            </a:r>
          </a:p>
        </p:txBody>
      </p:sp>
      <p:sp>
        <p:nvSpPr>
          <p:cNvPr id="43" name="Oval 42"/>
          <p:cNvSpPr/>
          <p:nvPr/>
        </p:nvSpPr>
        <p:spPr>
          <a:xfrm>
            <a:off x="3154679" y="277977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761488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sem montante</a:t>
            </a:r>
          </a:p>
        </p:txBody>
      </p:sp>
      <p:sp>
        <p:nvSpPr>
          <p:cNvPr id="45" name="Oval 44"/>
          <p:cNvSpPr/>
          <p:nvPr/>
        </p:nvSpPr>
        <p:spPr>
          <a:xfrm>
            <a:off x="3154679" y="310438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3086100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Esquadrias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chumbo ou grafite</a:t>
            </a:r>
          </a:p>
        </p:txBody>
      </p:sp>
      <p:sp>
        <p:nvSpPr>
          <p:cNvPr id="47" name="Oval 46"/>
          <p:cNvSpPr/>
          <p:nvPr/>
        </p:nvSpPr>
        <p:spPr>
          <a:xfrm>
            <a:off x="3154679" y="34290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3410712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Fachada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textura Branco Neve (off-white)</a:t>
            </a:r>
          </a:p>
        </p:txBody>
      </p:sp>
      <p:sp>
        <p:nvSpPr>
          <p:cNvPr id="49" name="Oval 48"/>
          <p:cNvSpPr/>
          <p:nvPr/>
        </p:nvSpPr>
        <p:spPr>
          <a:xfrm>
            <a:off x="3154679" y="3753611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29000" y="3735324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 de ripas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madeira, tom Amêndoa</a:t>
            </a:r>
          </a:p>
        </p:txBody>
      </p:sp>
      <p:sp>
        <p:nvSpPr>
          <p:cNvPr id="51" name="Oval 50"/>
          <p:cNvSpPr/>
          <p:nvPr/>
        </p:nvSpPr>
        <p:spPr>
          <a:xfrm>
            <a:off x="3154679" y="407822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9000" y="4059935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Cachoeira Beach Spot sobre a viga</a:t>
            </a:r>
          </a:p>
        </p:txBody>
      </p:sp>
      <p:sp>
        <p:nvSpPr>
          <p:cNvPr id="53" name="Oval 52"/>
          <p:cNvSpPr/>
          <p:nvPr/>
        </p:nvSpPr>
        <p:spPr>
          <a:xfrm>
            <a:off x="3154679" y="440283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4384548"/>
            <a:ext cx="2286000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Janela do mezanino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shadow box ligada à porta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9320" y="1170432"/>
            <a:ext cx="2651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A fachada vista mar combina </a:t>
            </a:r>
            <a:r>
              <a:rPr sz="750" b="1">
                <a:solidFill>
                  <a:srgbClr val="333333"/>
                </a:solidFill>
                <a:latin typeface="Arial"/>
              </a:rPr>
              <a:t>paredes em textura Branco Neve</a:t>
            </a:r>
            <a:r>
              <a:rPr sz="750" b="0">
                <a:solidFill>
                  <a:srgbClr val="333333"/>
                </a:solidFill>
                <a:latin typeface="Arial"/>
              </a:rPr>
              <a:t>, panos entre sacadas em </a:t>
            </a:r>
            <a:r>
              <a:rPr sz="750" b="1">
                <a:solidFill>
                  <a:srgbClr val="333333"/>
                </a:solidFill>
                <a:latin typeface="Arial"/>
              </a:rPr>
              <a:t>cimento queimado Dia de Chuva</a:t>
            </a:r>
            <a:r>
              <a:rPr sz="750" b="0">
                <a:solidFill>
                  <a:srgbClr val="333333"/>
                </a:solidFill>
                <a:latin typeface="Arial"/>
              </a:rPr>
              <a:t> e vigas de borda off-white, com forro amadeirado e spots sob as lajes.</a:t>
            </a:r>
          </a:p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Guarda-corpos são de </a:t>
            </a:r>
            <a:r>
              <a:rPr sz="750" b="1">
                <a:solidFill>
                  <a:srgbClr val="333333"/>
                </a:solidFill>
                <a:latin typeface="Arial"/>
              </a:rPr>
              <a:t>vidro sem montante</a:t>
            </a:r>
            <a:r>
              <a:rPr sz="750" b="0">
                <a:solidFill>
                  <a:srgbClr val="333333"/>
                </a:solidFill>
                <a:latin typeface="Arial"/>
              </a:rPr>
              <a:t> e as esquadrias em chumbo ou grafite. O brise de ripas amadeiradas marca a lateral e a frente.</a:t>
            </a:r>
          </a:p>
          <a:p>
            <a:pPr algn="l">
              <a:spcAft>
                <a:spcPts val="600"/>
              </a:spcAft>
            </a:pPr>
            <a:r>
              <a:rPr sz="750" b="0">
                <a:solidFill>
                  <a:srgbClr val="333333"/>
                </a:solidFill>
                <a:latin typeface="Arial"/>
              </a:rPr>
              <a:t>No térreo, a viga da cobertura em grafite recebe o letreiro.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611880"/>
            <a:ext cx="2651760" cy="11612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44768" y="37216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FONTE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03136" y="37124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IMAGEM DE REFERÊNCIA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941064"/>
            <a:ext cx="234086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Imagens finais: "05 - Imagens 3D" (IMAGEM 1 a 9). As marcações do LOG de fachada foram feitas sobre essas mesmas imagens.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LOG de considerações de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1975104" cy="2770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log03.jpg"/>
          <p:cNvPicPr>
            <a:picLocks noChangeAspect="1"/>
          </p:cNvPicPr>
          <p:nvPr/>
        </p:nvPicPr>
        <p:blipFill>
          <a:blip r:embed="rId4"/>
          <a:srcRect t="4" b="10"/>
          <a:stretch>
            <a:fillRect/>
          </a:stretch>
        </p:blipFill>
        <p:spPr>
          <a:xfrm>
            <a:off x="502920" y="1170432"/>
            <a:ext cx="1920240" cy="27157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532888" y="1143000"/>
            <a:ext cx="1975104" cy="2770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BOOK_ASSETS__log04.jpg"/>
          <p:cNvPicPr>
            <a:picLocks noChangeAspect="1"/>
          </p:cNvPicPr>
          <p:nvPr/>
        </p:nvPicPr>
        <p:blipFill>
          <a:blip r:embed="rId5"/>
          <a:srcRect t="4" b="10"/>
          <a:stretch>
            <a:fillRect/>
          </a:stretch>
        </p:blipFill>
        <p:spPr>
          <a:xfrm>
            <a:off x="2560320" y="1170432"/>
            <a:ext cx="1920240" cy="2715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3977639"/>
            <a:ext cx="3977639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"LOG CONSIDERAÇÕES_FACHADA EXTERNA" + aba "LOG CONSIDERAÇÕES FACHADA" do LOG de considerações (00 - Premissas de Projeto): 17 indicações com "validação diretoria". Marcações feitas sobre as imagens de lançamento.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663440" y="1170432"/>
          <a:ext cx="3977640" cy="36027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411480"/>
                <a:gridCol w="356616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IND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foi validado (LOG de fachada)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01 · 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 entre sacadas, vigas e forro das laterais: cimento queimado Dia de Chuva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Vigas de borda vista mar e floreira da piscina: cimento queimado off-white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Janela do mezanino em shadow box, ligada à porta do pavimento de baixo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 de toda a fachada: textura Branco Neve, puxada para off-white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das sacadas vista mar e da cobertura do acesso: PVC Amêndoa com luz embutida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Todos os guarda-corpos em vidro sem montante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07 · 16 · 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Condensadoras atrás do brise frontal, na viga do estacionamento e na 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Viga da cobertura da fachada frontal em Grafite Lapiseira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10 · 11 · 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de madeira no tom PVC Amêndoa: parede lateral, condensadoras e janelas dos banheiros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Núcleo de escada e elevador em concreto aparente com fitas de LED e nome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Banco e floreira em azulejo Portobello Barlavento Caribbean; cobogó vazado e cheio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Arandelas na fachada entre as unidades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lançamento: referência visual, não substitui amostra física. Especificação: LOG de fachada validado pela diretoria.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branco.jpg"/>
          <p:cNvPicPr>
            <a:picLocks noChangeAspect="1"/>
          </p:cNvPicPr>
          <p:nvPr/>
        </p:nvPicPr>
        <p:blipFill>
          <a:blip r:embed="rId4"/>
          <a:srcRect t="46491" b="46491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Branco Neve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de toda a fachada externa.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04: Branco Neve Suvinil, texturizada, puxada para off-white · memorial: textura acrílica + pintura.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painel-teste antes da aplicação.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dchuva.jpg"/>
          <p:cNvPicPr>
            <a:picLocks noChangeAspect="1"/>
          </p:cNvPicPr>
          <p:nvPr/>
        </p:nvPicPr>
        <p:blipFill>
          <a:blip r:embed="rId5"/>
          <a:srcRect t="37008" b="3700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Dia de Chuva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entre sacadas, vigas e forro das laterais.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01 e 09: cimento queimado Suvinil, cor Dia de Chuva · imagem: cinza texturizado.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offwhite.jpg"/>
          <p:cNvPicPr>
            <a:picLocks noChangeAspect="1"/>
          </p:cNvPicPr>
          <p:nvPr/>
        </p:nvPicPr>
        <p:blipFill>
          <a:blip r:embed="rId6"/>
          <a:srcRect l="46159" r="46159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 off-white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vigas de borda vista mar e floreira da piscina.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02: cimento queimado off-white · imagem: bordas claras nas sacadas.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forro.jpg"/>
          <p:cNvPicPr>
            <a:picLocks noChangeAspect="1"/>
          </p:cNvPicPr>
          <p:nvPr/>
        </p:nvPicPr>
        <p:blipFill>
          <a:blip r:embed="rId7"/>
          <a:srcRect l="39560" r="3956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PVC Amêndoa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das sacadas vista mar e da cobertura do acesso.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05: forro PVC Amêndoa (Teto Leve) com spot embutido; no acesso, com fita de LED.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brise.jpg"/>
          <p:cNvPicPr>
            <a:picLocks noChangeAspect="1"/>
          </p:cNvPicPr>
          <p:nvPr/>
        </p:nvPicPr>
        <p:blipFill>
          <a:blip r:embed="rId8"/>
          <a:srcRect t="43192" b="4319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de ripas amadeiradas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fachada frontal e laterais.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07, 10 e 15: brise de madeira no tom PVC Amêndoa · briefing: brises em PVC · memorial: madeira ou móveis.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material em disputa (madeira × PVC).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esq.jpg"/>
          <p:cNvPicPr>
            <a:picLocks noChangeAspect="1"/>
          </p:cNvPicPr>
          <p:nvPr/>
        </p:nvPicPr>
        <p:blipFill>
          <a:blip r:embed="rId9"/>
          <a:srcRect t="36563" b="36563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chumbo ou grafite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unidades e áreas comuns.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geral IND 08 e briefing: acabamento chumbo ou grafite · imagem: caixilhos escuros.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lançamento: referência visual, não substitui amostra física. Especificação: LOG de fachada, briefing e memorial.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p_vidro.jpg"/>
          <p:cNvPicPr>
            <a:picLocks noChangeAspect="1"/>
          </p:cNvPicPr>
          <p:nvPr/>
        </p:nvPicPr>
        <p:blipFill>
          <a:blip r:embed="rId4"/>
          <a:srcRect t="10864" b="1086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de vidro sem montante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todas as sacadas e o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06: todos em vidro sem montante · briefing privativo: alumínio anodizado com montante aparente.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LOG diverge do briefing.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risecond.jpg"/>
          <p:cNvPicPr>
            <a:picLocks noChangeAspect="1"/>
          </p:cNvPicPr>
          <p:nvPr/>
        </p:nvPicPr>
        <p:blipFill>
          <a:blip r:embed="rId5"/>
          <a:srcRect l="20312" r="20312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Brise das condensadoras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sacadas das fachadas laterais.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11: fechamento em brise no tom PVC Amêndoa, na altura do guarda-corpo · imagem: painéis amadeirados.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nucleo.jpg"/>
          <p:cNvPicPr>
            <a:picLocks noChangeAspect="1"/>
          </p:cNvPicPr>
          <p:nvPr/>
        </p:nvPicPr>
        <p:blipFill>
          <a:blip r:embed="rId6"/>
          <a:srcRect l="11224" r="1122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Núcleo em concreto aparente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caixa de escada e elevador.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12: concreto aparente claro, fitas de LED no perímetro e nome Seazone nas laterais.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detalhar LED e letreiro. DEFINIDO.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grafite.jpg"/>
          <p:cNvPicPr>
            <a:picLocks noChangeAspect="1"/>
          </p:cNvPicPr>
          <p:nvPr/>
        </p:nvPicPr>
        <p:blipFill>
          <a:blip r:embed="rId7"/>
          <a:srcRect l="37560" r="3756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Viga da cobertura em Grafite Lapiseira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cobertura do acesso, fachada frontal.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08: Grafite Lapiseira Suvinil · LOG (pdf): fita de LED na viga de borda.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 imagem.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ilar.jpg"/>
          <p:cNvPicPr>
            <a:picLocks noChangeAspect="1"/>
          </p:cNvPicPr>
          <p:nvPr/>
        </p:nvPicPr>
        <p:blipFill>
          <a:blip r:embed="rId8"/>
          <a:srcRect t="44627" b="44627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Pilares do pilotis grafite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pilotis do térreo.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(pdf): pilares do pilotis na textura grafite · imagem: pilar escuro no acesso.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floreira.jpg"/>
          <p:cNvPicPr>
            <a:picLocks noChangeAspect="1"/>
          </p:cNvPicPr>
          <p:nvPr/>
        </p:nvPicPr>
        <p:blipFill>
          <a:blip r:embed="rId9"/>
          <a:srcRect l="29485" r="2948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 do rooftop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 frontal da piscina.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(pdf): floreira na frente da piscina, viga off-white · pasta "09 - Paisagismo" vazia.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impermeabilização e irrigação. PENDENTE.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(3/3)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lançamento e de interiores: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cobogo.jpg"/>
          <p:cNvPicPr>
            <a:picLocks noChangeAspect="1"/>
          </p:cNvPicPr>
          <p:nvPr/>
        </p:nvPicPr>
        <p:blipFill>
          <a:blip r:embed="rId4"/>
          <a:srcRect l="7589" r="7589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Cobogó amadeirado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cobogó do acesso.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13: textura amadeirada, intercalando peças vazadas e cheias · legal: parede de cobogós.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peça e fornecedor.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barlavento.jpg"/>
          <p:cNvPicPr>
            <a:picLocks noChangeAspect="1"/>
          </p:cNvPicPr>
          <p:nvPr/>
        </p:nvPicPr>
        <p:blipFill>
          <a:blip r:embed="rId5"/>
          <a:srcRect l="34921" r="3492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Azulejo Barlavento Caribbean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banco da fachada frontal e floreira do cobogó.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13: azulejo cerâmico Portobello Barlavento Caribbean · imagem: azulejo verde.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logo.jpg"/>
          <p:cNvPicPr>
            <a:picLocks noChangeAspect="1"/>
          </p:cNvPicPr>
          <p:nvPr/>
        </p:nvPicPr>
        <p:blipFill>
          <a:blip r:embed="rId6"/>
          <a:srcRect t="10429" b="10429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Logo casinha no cobogó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cobogó do acesso.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casinha Seazone branca em destaque · sem detalhe no projeto.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material, fixação e luz. PENDENTE.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letreiro.jpg"/>
          <p:cNvPicPr>
            <a:picLocks noChangeAspect="1"/>
          </p:cNvPicPr>
          <p:nvPr/>
        </p:nvPicPr>
        <p:blipFill>
          <a:blip r:embed="rId7"/>
          <a:srcRect l="7024" r="702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Letreiro Cachoeira Beach Spot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sobre a viga da cobertura do acesso.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letras brancas iluminadas · memorial: nome do edifício na fachada · luminotécnico vazio.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sem detalhe nem ponto elétrico.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forroled.jpg"/>
          <p:cNvPicPr>
            <a:picLocks noChangeAspect="1"/>
          </p:cNvPicPr>
          <p:nvPr/>
        </p:nvPicPr>
        <p:blipFill>
          <a:blip r:embed="rId8"/>
          <a:srcRect l="23091" r="2309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com fita de LED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cobertura do acesso.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LOG IND 05 e pdf: forro PVC Amêndoa com fita de LED embutida · imagem: linhas de LED no forro.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compatibilizar com o elétrico. DEFINIDO.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iscina.jpg"/>
          <p:cNvPicPr>
            <a:picLocks noChangeAspect="1"/>
          </p:cNvPicPr>
          <p:nvPr/>
        </p:nvPicPr>
        <p:blipFill>
          <a:blip r:embed="rId9"/>
          <a:srcRect l="42837" r="42837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 do rooftop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com vista para o mar.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revestimento 20×20, referência Portobello Barlavento Blanc · memorial: porcelanato para piscina.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as imagens. DEFINIDO.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frontal (rua)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MAGEM_1.jpg"/>
          <p:cNvPicPr>
            <a:picLocks noChangeAspect="1"/>
          </p:cNvPicPr>
          <p:nvPr/>
        </p:nvPicPr>
        <p:blipFill>
          <a:blip r:embed="rId4"/>
          <a:srcRect l="31" r="31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FRENTE</a:t>
            </a:r>
          </a:p>
        </p:txBody>
      </p:sp>
      <p:sp>
        <p:nvSpPr>
          <p:cNvPr id="13" name="Oval 12"/>
          <p:cNvSpPr/>
          <p:nvPr/>
        </p:nvSpPr>
        <p:spPr>
          <a:xfrm>
            <a:off x="2907792" y="12090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0652" y="12318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907792" y="19793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0652" y="200217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907792" y="256416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30652" y="258702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207095" y="232166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29955" y="234452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349265" y="16084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72125" y="16312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161667" y="339150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84527" y="34143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146164" y="340577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69024" y="342863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907792" y="366253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30652" y="368539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739963" y="36054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62823" y="36283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3618643" y="379091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41503" y="381377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Oval 32"/>
          <p:cNvSpPr/>
          <p:nvPr/>
        </p:nvSpPr>
        <p:spPr>
          <a:xfrm>
            <a:off x="4431046" y="36054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453906" y="36283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760720" y="1170432"/>
          <a:ext cx="2880360" cy="3140953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amadeiradas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da frente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off-white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Moldura lateral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Chumbo ou grafite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Cachoeira Beach Spot iluminado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 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Lapiseira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Loja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Fachada em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Cobogó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com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Azulejo Barlavento Caribbean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Liso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frente é dominada pelo brise de ripas amadeiradas, que esconde as condensadoras (LOG IND 07 e 17), entre faixas off-white e molduras laterais em cimento queimado. No térreo, a cobertura em grafite com letreiro, a loja envidraçada, o cobogó com a casinha e o banco em azulejo verde.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Acesso, cobogó e cobertura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MAGEM_6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ACESSO</a:t>
            </a:r>
          </a:p>
        </p:txBody>
      </p:sp>
      <p:sp>
        <p:nvSpPr>
          <p:cNvPr id="13" name="Oval 12"/>
          <p:cNvSpPr/>
          <p:nvPr/>
        </p:nvSpPr>
        <p:spPr>
          <a:xfrm>
            <a:off x="979322" y="30352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2182" y="30580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892807" y="29781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15667" y="30010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85316" y="34919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08176" y="35148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669030" y="357761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91889" y="360047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516782" y="18933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9642" y="19162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4227271" y="22644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50131" y="22873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937760" y="12939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60620" y="13167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836261" y="274977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9121" y="277263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110788" y="314942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33648" y="317228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176522" y="12082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99381" y="12311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760720" y="1170432"/>
          <a:ext cx="2880360" cy="310896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Cobogó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Amadeirado, vazado e cheio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Casinha branca em 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Azulejo Barlavento Caribbean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Azulejo Barlavento Caribbean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 brancas iluminadas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Amêndoa com fita de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Lapiseira com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grafite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Liso claro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amadeiradas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O acesso reúne os elementos mais específicos do LOG: cobogó amadeirado com floreira e banco em azulejo Portobello Barlavento Caribbean (IND 13), forro PVC Amêndoa com LED e viga da cobertura em Grafite Lapiseira (IND 05 e 08), pilares em grafite.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lateral e núcleo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907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-_Imagens_3D__IMAGEM_5.jpg"/>
          <p:cNvPicPr>
            <a:picLocks noChangeAspect="1"/>
          </p:cNvPicPr>
          <p:nvPr/>
        </p:nvPicPr>
        <p:blipFill>
          <a:blip r:embed="rId4"/>
          <a:srcRect t="10" b="10"/>
          <a:stretch>
            <a:fillRect/>
          </a:stretch>
        </p:blipFill>
        <p:spPr>
          <a:xfrm>
            <a:off x="502920" y="1170432"/>
            <a:ext cx="5074920" cy="2852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801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LATERAL</a:t>
            </a:r>
          </a:p>
        </p:txBody>
      </p:sp>
      <p:sp>
        <p:nvSpPr>
          <p:cNvPr id="13" name="Oval 12"/>
          <p:cNvSpPr/>
          <p:nvPr/>
        </p:nvSpPr>
        <p:spPr>
          <a:xfrm>
            <a:off x="2603296" y="14366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6156" y="145949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233068" y="26926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55928" y="27155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3110788" y="292105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133648" y="294391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806293" y="20075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29153" y="20304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248052" y="254994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70912" y="257280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516782" y="246430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39642" y="248716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582515" y="274977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05375" y="277263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5090007" y="137954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2867" y="140240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943557" y="23786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66417" y="24015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937760" y="34063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60620" y="34292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760720" y="1170432"/>
          <a:ext cx="2880360" cy="310896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960120"/>
                <a:gridCol w="16916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Núcleo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aparente +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Fachada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Branco Neve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na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Madeira, tom Amêndoa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Condensadoras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Fechamento em brise Amêndoa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laterais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amadeiradas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Vista mar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entre sacadas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de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Chumbo ou grafite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Sobre a cobertura do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02920" y="411480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Nas laterais, as sacadas têm viga contínua em cimento queimado Dia de Chuva e fechamento das condensadoras em brise tom Amêndoa (IND 09 e 11). Placas de brise fixadas na parede repetem o tom dos forros (IND 10). O núcleo em concreto aparente leva o nome Seazone e fitas de LED (IND 12).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 do anteprojeto (Bloco B · V05)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3803903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ap_el01.jpg"/>
          <p:cNvPicPr>
            <a:picLocks noChangeAspect="1"/>
          </p:cNvPicPr>
          <p:nvPr/>
        </p:nvPicPr>
        <p:blipFill>
          <a:blip r:embed="rId4"/>
          <a:srcRect l="3115" r="3115"/>
          <a:stretch>
            <a:fillRect/>
          </a:stretch>
        </p:blipFill>
        <p:spPr>
          <a:xfrm>
            <a:off x="502920" y="1170432"/>
            <a:ext cx="3749039" cy="1737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234440"/>
            <a:ext cx="10058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ELEVAÇÃO 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990088"/>
            <a:ext cx="3803903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6_BOOK_ASSETS__ap_el03.jpg"/>
          <p:cNvPicPr>
            <a:picLocks noChangeAspect="1"/>
          </p:cNvPicPr>
          <p:nvPr/>
        </p:nvPicPr>
        <p:blipFill>
          <a:blip r:embed="rId5"/>
          <a:srcRect l="6352" r="6352"/>
          <a:stretch>
            <a:fillRect/>
          </a:stretch>
        </p:blipFill>
        <p:spPr>
          <a:xfrm>
            <a:off x="502920" y="3017520"/>
            <a:ext cx="3749039" cy="17373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66928" y="3081528"/>
            <a:ext cx="10058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ELEVAÇÃO 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7" y="1143000"/>
            <a:ext cx="1472184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ap_el04.jpg"/>
          <p:cNvPicPr>
            <a:picLocks noChangeAspect="1"/>
          </p:cNvPicPr>
          <p:nvPr/>
        </p:nvPicPr>
        <p:blipFill>
          <a:blip r:embed="rId6"/>
          <a:srcRect l="8042" r="8042"/>
          <a:stretch>
            <a:fillRect/>
          </a:stretch>
        </p:blipFill>
        <p:spPr>
          <a:xfrm>
            <a:off x="4434840" y="1170432"/>
            <a:ext cx="1417320" cy="21945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498848" y="1234440"/>
            <a:ext cx="10058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ELEVAÇÃO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474720"/>
            <a:ext cx="141732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Anteprojeto V05 "lançamento" (Bloco B, 31/01/2025), fase estudo preliminar. Elevações sem legenda de materiais e anteriores ao LOG de fachada.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170432"/>
            <a:ext cx="265176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12710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O PROJETO TRAZ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1499616"/>
            <a:ext cx="234086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Fase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executivo: a pasta "07" só tem um estudo de tipologias.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Legal · </a:t>
            </a:r>
            <a:r>
              <a:rPr sz="700" b="0">
                <a:solidFill>
                  <a:srgbClr val="FFFFFF"/>
                </a:solidFill>
                <a:latin typeface="Arial"/>
              </a:rPr>
              <a:t>projeto aprovado pela PMF (selo de 02/03/2026), com plantas e cortes, sem elevações.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Materiais · </a:t>
            </a:r>
            <a:r>
              <a:rPr sz="700" b="0">
                <a:solidFill>
                  <a:srgbClr val="FFFFFF"/>
                </a:solidFill>
                <a:latin typeface="Arial"/>
              </a:rPr>
              <a:t>o legal indica a parede de cobogós; o resto vem do LOG de fachada.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Complementares · </a:t>
            </a:r>
            <a:r>
              <a:rPr sz="700" b="0">
                <a:solidFill>
                  <a:srgbClr val="FFFFFF"/>
                </a:solidFill>
                <a:latin typeface="Arial"/>
              </a:rPr>
              <a:t>pastas de luminotécnico e paisagismo vazias.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Conferência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há planilha de conferência de projetos na pasta.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lançamento × LOG de fachada, projeto, Premissas e Memorial.  DEFINIDO = convergem  ·  A VALIDAR = divergem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103120"/>
                <a:gridCol w="38862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LOG / Projeto / Premissas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 texturizadas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Neve texturizado (LOG IND 04)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Entre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texturizado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Dia de Chuva (LOG IND 01)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Vigas de borda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 / cinza nas laterais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Off-white (IND 02) · Dia de Chuva nas laterais (IND 09)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das sacadas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com spots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Amêndoa (LOG IND 05)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Ripas amadeiradas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tom Amêndoa (LOG) × PVC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sem montante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sem montante (LOG) × alumínio com montante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Chumbo ou grafite (LOG e 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Viga da cobertura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com 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Lapiseira (LOG IND 08)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Núcleo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com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Concreto aparente + LED (LOG IND 12)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Cobogó e banco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· azulejo verde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Barlavento Caribbean (LOG IND 13) · legal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Liso claro com cobogó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e logos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e casinha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Sem detalhe · luminotécnico vazio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Rooftop e cobogó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 indica · paisagismo vazio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Elevações do projeto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AP V05 sem legenda, anterior ao LOG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INDICAÇÕES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do LOG de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anexadas ao LOG de considerações de fachada (validação da diretoria). Marcações originais em vermelho e azul.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ind_r28_c1_14.jpg"/>
          <p:cNvPicPr>
            <a:picLocks noChangeAspect="1"/>
          </p:cNvPicPr>
          <p:nvPr/>
        </p:nvPicPr>
        <p:blipFill>
          <a:blip r:embed="rId4"/>
          <a:srcRect t="8117" b="8117"/>
          <a:stretch>
            <a:fillRect/>
          </a:stretch>
        </p:blipFill>
        <p:spPr>
          <a:xfrm>
            <a:off x="576072" y="1399032"/>
            <a:ext cx="1097280" cy="15179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764792" y="1417320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165506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Condensadoras na frente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2020824"/>
            <a:ext cx="1325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Condensadoras das unidades junto à rua concentradas atrás do brise frontal.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6_BOOK_ASSETS__ind_r33_c1_22.jpg"/>
          <p:cNvPicPr>
            <a:picLocks noChangeAspect="1"/>
          </p:cNvPicPr>
          <p:nvPr/>
        </p:nvPicPr>
        <p:blipFill>
          <a:blip r:embed="rId5"/>
          <a:srcRect t="24344" b="24344"/>
          <a:stretch>
            <a:fillRect/>
          </a:stretch>
        </p:blipFill>
        <p:spPr>
          <a:xfrm>
            <a:off x="3319272" y="1399032"/>
            <a:ext cx="1097280" cy="151790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507992" y="1417320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65506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Núcleo em concreto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020824"/>
            <a:ext cx="1325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Concreto aparente, fitas de LED no perímetro e nome Seazone nas laterais.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6_BOOK_ASSETS__ind_r34_c1_23.jpg"/>
          <p:cNvPicPr>
            <a:picLocks noChangeAspect="1"/>
          </p:cNvPicPr>
          <p:nvPr/>
        </p:nvPicPr>
        <p:blipFill>
          <a:blip r:embed="rId6"/>
          <a:srcRect l="39367" r="39367"/>
          <a:stretch>
            <a:fillRect/>
          </a:stretch>
        </p:blipFill>
        <p:spPr>
          <a:xfrm>
            <a:off x="6062472" y="1399032"/>
            <a:ext cx="1097280" cy="151790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251192" y="1417320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1655064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Banco e cobogó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2020824"/>
            <a:ext cx="1325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Banco e floreira em Barlavento Caribbean; cobogó vazado e cheio.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063239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6_BOOK_ASSETS__ind_r37_c1_26.jpg"/>
          <p:cNvPicPr>
            <a:picLocks noChangeAspect="1"/>
          </p:cNvPicPr>
          <p:nvPr/>
        </p:nvPicPr>
        <p:blipFill>
          <a:blip r:embed="rId7"/>
          <a:srcRect l="5857" r="5857"/>
          <a:stretch>
            <a:fillRect/>
          </a:stretch>
        </p:blipFill>
        <p:spPr>
          <a:xfrm>
            <a:off x="576072" y="3136391"/>
            <a:ext cx="1097280" cy="1517904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764792" y="3154679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4792" y="3392423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Condensadoras vista 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4792" y="3758183"/>
            <a:ext cx="1325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Realocadas na viga do estacionamento (vermelho) e na cobertura do rooftop (azul).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063239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6_BOOK_ASSETS__ind_r38_c1_27.jpg"/>
          <p:cNvPicPr>
            <a:picLocks noChangeAspect="1"/>
          </p:cNvPicPr>
          <p:nvPr/>
        </p:nvPicPr>
        <p:blipFill>
          <a:blip r:embed="rId8"/>
          <a:srcRect l="29880" r="29880"/>
          <a:stretch>
            <a:fillRect/>
          </a:stretch>
        </p:blipFill>
        <p:spPr>
          <a:xfrm>
            <a:off x="3319272" y="3136391"/>
            <a:ext cx="1097280" cy="151790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4507992" y="3154679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3392423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Condensadoras laterais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3758183"/>
            <a:ext cx="1325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Unidades junto à Rua Recanto: condensadoras atrás do brise de madeira.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3063239"/>
            <a:ext cx="2651760" cy="1664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06_BOOK_ASSETS__ind_r35_c1_24.jpg"/>
          <p:cNvPicPr>
            <a:picLocks noChangeAspect="1"/>
          </p:cNvPicPr>
          <p:nvPr/>
        </p:nvPicPr>
        <p:blipFill>
          <a:blip r:embed="rId9"/>
          <a:srcRect l="18802" r="18802"/>
          <a:stretch>
            <a:fillRect/>
          </a:stretch>
        </p:blipFill>
        <p:spPr>
          <a:xfrm>
            <a:off x="6062472" y="3136391"/>
            <a:ext cx="1097280" cy="1517904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7251192" y="3154679"/>
            <a:ext cx="56692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3392423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Arandelas no rooftop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3758183"/>
            <a:ext cx="1325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333333"/>
                </a:solidFill>
                <a:latin typeface="Arial"/>
              </a:rPr>
              <a:t>Arandelas de luz na fachada, entre as unidades do rooftop.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 ·  rooftop, piscina e mini market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BEACH SPOT  ·  BOOK DE PREMISSAS DE FACHADA E INTERIORES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Seazone (10 - Projeto de Interiores / 02 - Imagens) × briefing, memorial de interiores (xlsx) e moodboard final.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Ripado amadeirado, moldura iluminada com frase, casinha preta, poltronas, banco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Papel Picado Suvinil + painel PVC ripado + textura velvet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Copa com bancada preta, mini market, ripado com logo, mesa com pendentes de fibra,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painel PVC ripado + parede de pedra natural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Piscina de borda com vista mar, guarda-corpo de vidro, puffs, forro amadeirado no beiral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porcelanato; piscina Barlavento Blanc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Tauari, Terrino e Savana, granito São Gabriel, tinta Foto Retrô, velvet, metal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paredes branco gelo; portas e rodapés 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Só imagens, memorial (xlsx) e moodboard na pasta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Não há executivo de interiores. Vale o conceito das imagens, o moodboard final e o memorial de interiores (acabamentos por ambiente). Logos, frases, balanço, mini market, capacho de inox e lava-pés precisam entrar no elétrico, no hidráulico e no estrutural antes do fechamento.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 e circulação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1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RIPADO + LOGO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Imagem_02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MOLDURA + FRASE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Ripado amadeirado, moldura iluminada com a frase "Seu lugar fora de casa", casinha preta e banco de madeira.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LOG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acrílica acetinada Papel Picado Suvinil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PVC ripado + textura velvet (briefing) · ripado PVC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Moldura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Moldura da parede em MDF Tauari com perfil de LED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acartonado (briefing) · spots, rasgo de LED no teto e arandela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natural/acetinado, rodapé branco de poliestireno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Sinalização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Símbolo Seazone e nome do Spot em preto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Banco em MDF Savana, poltronas, mesa de centro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Entrada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Capacho de inox (LOG IND 09 e moodboard) · lava-pés no térreo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Papel Picado Suvinil · forro modular (briefing e 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área de integração, mini market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3.jpg"/>
          <p:cNvPicPr>
            <a:picLocks noChangeAspect="1"/>
          </p:cNvPicPr>
          <p:nvPr/>
        </p:nvPicPr>
        <p:blipFill>
          <a:blip r:embed="rId4"/>
          <a:srcRect l="502" r="50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MESA + MINI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9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PISCINA VISTA 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Copa com bancada preta, mini market, ripado com logo e piscina de borda com guarda-corpo de vidro.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memorial de interiores · 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Papel Picado Suvinil + painel PVC ripado + pedra natural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Revestimento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 de ripado PVC amadeirado · revestimento branco na copa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Balcão da copa e prateleiras do mini market em MDF Savana e Terrino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preto São Gabriel polido na copa e na bancada de apoio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cinza tipo concreto (interno) · externo antiderrapante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Revestimento 20×20 Barlavento Blanc (briefing)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 (briefing) · vidro sem montante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Spots pretos + pendentes Jacumã e Milhuz marrons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Destaques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Balanço preso na laje (briefing) · nome do Spot com LED no "O"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H__Imagem_04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TIPOLOGIA 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H__Imagem_09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COPA · TIPOLOGIA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das tipologias A, F, H, I e K; memorial de interiores com acabamentos por tipologia (A a M).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(briefing · moodboard ·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natural/acetinado; antiderrapante nas sacadas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 (briefing) × tinta Foto Retrô Suvinil e velvet Coral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nas paredes e no piso (briefing) · box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Tauari, Terrino e Savana Guararapes (moodboard e 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na copa e no 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Metais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Metal preto fosco · torneiras e kit de metais cromados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Cabeceira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Tauari com tecido cinza e LED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Portas e rodapés brancos, kit porta pronta lisa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Chumbo ou grafite, janela do mezanino em shadow box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áreas comuns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das imagens de interiores e especificação do memorial de interiores.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ipado.jpg"/>
          <p:cNvPicPr>
            <a:picLocks noChangeAspect="1"/>
          </p:cNvPicPr>
          <p:nvPr/>
        </p:nvPicPr>
        <p:blipFill>
          <a:blip r:embed="rId4"/>
          <a:srcRect t="43614" b="4361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PVC amadeirado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rooftop.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parede de ripado PVC amadeirado · briefing: painel PVC ripado.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converge. DEFINIDO.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moldura.jpg"/>
          <p:cNvPicPr>
            <a:picLocks noChangeAspect="1"/>
          </p:cNvPicPr>
          <p:nvPr/>
        </p:nvPicPr>
        <p:blipFill>
          <a:blip r:embed="rId5"/>
          <a:srcRect t="12449" b="1244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Moldura em MDF Tauari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frase na recepção.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moldura da parede em MDF Tauari com perfil de LED.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ponto para o LED.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branco_rt.jpg"/>
          <p:cNvPicPr>
            <a:picLocks noChangeAspect="1"/>
          </p:cNvPicPr>
          <p:nvPr/>
        </p:nvPicPr>
        <p:blipFill>
          <a:blip r:embed="rId6"/>
          <a:srcRect t="8692" b="869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Revestimento branco da copa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copa do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revestimento de parede branco · briefing: parede em pedra natural.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diverge.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ancada.jpg"/>
          <p:cNvPicPr>
            <a:picLocks noChangeAspect="1"/>
          </p:cNvPicPr>
          <p:nvPr/>
        </p:nvPicPr>
        <p:blipFill>
          <a:blip r:embed="rId7"/>
          <a:srcRect l="35580" r="35580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 polido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 da copa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granito preto São Gabriel polido.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converge com as imagens. DEFINIDO.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end.jpg"/>
          <p:cNvPicPr>
            <a:picLocks noChangeAspect="1"/>
          </p:cNvPicPr>
          <p:nvPr/>
        </p:nvPicPr>
        <p:blipFill>
          <a:blip r:embed="rId8"/>
          <a:srcRect l="27381" r="27381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Pendentes de fibra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mesa e copa do rooftop.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de interiores: suspensão Jacumã com cúpula e luminária Milhuz, marrons.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separar circuitos.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velvet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 Coral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 da recepção.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briefing: painel PVC ripado + textura velvet · moodboard: velvet Coral.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painel-teste.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interiores: unidades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de "Moodboard - Cachoeira Beach Spot - Versão final" (materiais usados na unidade).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tauari.jpg"/>
          <p:cNvPicPr>
            <a:picLocks noChangeAspect="1"/>
          </p:cNvPicPr>
          <p:nvPr/>
        </p:nvPicPr>
        <p:blipFill>
          <a:blip r:embed="rId4"/>
          <a:srcRect t="13158" b="1315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Tauari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cabeceira, gabinete superior e prateleiras.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Tauari Guararapes (moodboard e memorial de interiores).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padrão em todas as tipologias.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terrino.jpg"/>
          <p:cNvPicPr>
            <a:picLocks noChangeAspect="1"/>
          </p:cNvPicPr>
          <p:nvPr/>
        </p:nvPicPr>
        <p:blipFill>
          <a:blip r:embed="rId5"/>
          <a:srcRect t="13158" b="13158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Terrino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gabinete inferior e mesa de cabeceira.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Terrino Guararapes (moodboard e memorial de interiores) · MDF Savana na arara e bancada.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combinar conforme as imagens.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granito.jpg"/>
          <p:cNvPicPr>
            <a:picLocks noChangeAspect="1"/>
          </p:cNvPicPr>
          <p:nvPr/>
        </p:nvPicPr>
        <p:blipFill>
          <a:blip r:embed="rId6"/>
          <a:srcRect t="13158" b="1315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São Gabriel polido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 copa e do banheiro.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São Gabriel polido (moodboard e memorial de interiores).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deixar pontos conforme as vistas do briefing.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metal.jpg"/>
          <p:cNvPicPr>
            <a:picLocks noChangeAspect="1"/>
          </p:cNvPicPr>
          <p:nvPr/>
        </p:nvPicPr>
        <p:blipFill>
          <a:blip r:embed="rId7"/>
          <a:srcRect t="13158" b="1315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Metal preto fosco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gabinete, bancada, box e luminárias.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metal preto fosco (moodboard) · box e toalheiro pretos (memorial de interiores).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mesmo acabamento em todos os metais pretos.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retro.jpg"/>
          <p:cNvPicPr>
            <a:picLocks noChangeAspect="1"/>
          </p:cNvPicPr>
          <p:nvPr/>
        </p:nvPicPr>
        <p:blipFill>
          <a:blip r:embed="rId8"/>
          <a:srcRect t="2515" b="2515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Tinta Foto Retrô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das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tinta Foto Retrô Suvinil (moodboard) · briefing: branco gelo acetinado.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a cor das paredes.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velvet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T30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 Coral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destaque.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velvet Coral (moodboard) · briefing: branco gelo acetinado.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definir onde entra. A VALIDAR.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premissas, moodboard, LOG e memorial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Premissas / moodboard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amadeirado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PVC ripado (briefing e 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Suvinil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frase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Moldura iluminada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Tauari com LED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Capacho e lava-pés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Capacho na entrada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Capacho de inox (LOG IND 09) · lava-pés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natural (briefing) × branco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Bancada preta, MDF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São Gabriel + MDF Savana/Terrino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Na área de integração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 do rooftop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Barlavento Blanc 20×20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externo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Antiderrapante e imitando madeira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Estante com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elétricos a prever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+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Tauari, Terrino e Savana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Claras texturizadas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Foto Retrô/velvet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portas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Portas e rodapés brancos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há executivo na pasta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em "[CACHOEIRA BEACH SPOT] Premissas de Projeto"  ·  cruzamento com 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BEACH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projeto: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em "[CACHOEIRA BEACH SPOT] Premissas de Projeto" (versão 00, 18/02/2025; coluna "Conferência" = True) × LOG de fachada, imagens e Memorial.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12723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LOG / imagens / memorial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arquitetônico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no tom PVC Amêndoa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Fechamento do terreno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pintura cor Seazone,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claro e cobogó com logo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 externa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seguindo o conceito da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Neve + cimento queimado (LOG)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gold · perfil chumbo ou grafite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Chumbo ou grafite (LOG IND 08)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sem montante (LOG IND 06)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sem montante (LOG IND 06)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+ painel PVC ripado + velvet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+ painel PVC ripado + pedra natural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branco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Papel Picado Suvinil · forro modular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modular (LOG geral)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interno · 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cinza tipo concreto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Áreas externas · 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Antiderrapante + imitando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cinza nas imagens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20×20, referência Barlavento Blanc ·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claro nas imagens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Brancos; portas de escada pintadas de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Imagens confirmam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Unidades · 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Foto Retrô e velvet (moodboard)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Poltrona balanço presa na laje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na imagem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BEACH SPOT  ·  BOOK DE PREMISSAS DE FACHADA E INTERIORES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REVESTIMENTOS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Branco Neve texturizado em toda a fachada.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Cimento queimado Dia de Chuva e off-white.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o LOG: o projeto não tem legenda.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 E FORROS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Brises: madeira (LOG) × PVC (briefing).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 PVC Amêndoa nas sacadas e no acesso.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Mesmo tom Amêndoa em brises e forros.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GUARDA-CORPOS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LOG: todos em vidro sem montante.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Briefing privativo pede montante aparente.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Atualizar o briefing ou o LOG.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CONDENSADORAS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Frente: atrás do brise (IND 07 e 17).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Vista mar: viga do estacionamento e cobertura.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Laterais: fechamento em brise (IND 11).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E LUZ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Letreiro, casinha e nome Seazone no núcleo.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LED na viga, no forro e no núcleo.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Pasta de luminotécnico vazia.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PROJETO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Sem executivo de arquitetura.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Legal aprovado sem elevações.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Paisagismo e interiores sem executivo.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(IMAGEM VENDIDA + LOG VALIDADO)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Fachada em Branco Neve texturizado (off-white).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Cimento queimado Dia de Chuva entre as sacadas.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Forros e brises no tom Amêndoa.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Guarda-corpos de vidro sem montante.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chumbo ou grafite.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Viga da cobertura em Grafite Lapiseira com letreiro.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Cobogó amadeirado e azulejo Barlavento Caribbean.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Núcleo em concreto aparente com nome Seazone.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e o LOG foi validado pela diretoria.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e PENDENTE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O executivo de arquitetura deve incorporar o LOG de fachada no quadro de materiais.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(texturas Suvinil, forro Amêndoa, brise, cobogó, azulejo) aprovadas no local.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LOG, briefing e memorial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(1.29 - [3491] CACHOEIRA BEACH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00 / LOG CONSIDERAÇÕES (pdf e xlsx) · 08 / 05 - Imagens 3D · 08 / 03 - Anteprojeto V05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08 / 10 - Projeto de Interiores (imagens, memorial, moodboard)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(briefing)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Memorial: </a:t>
            </a:r>
            <a:r>
              <a:rPr sz="650" b="0">
                <a:solidFill>
                  <a:srgbClr val="9FB0D4"/>
                </a:solidFill>
                <a:latin typeface="Arial"/>
              </a:rPr>
              <a:t>09 - Memorial Descritivo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CACHOEIRA BEACH SPOT  ·  BOOK DE PREMISSAS DE FACHADA E INTERIORES  ·  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arquitetura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Emitir com o LOG de fachada no quadro de materiais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(LOG) × PVC (briefing), no tom Amêndoa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 privativos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sem montante (LOG) × montante aparente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Seazone com logo e nome (briefing) × imagem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Texturas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Painéis-teste: Branco Neve, Dia de Chuva, off-white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Cobogó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Peça, fornecedor e composição vazado/cheio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Condensadoras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Posições do LOG compatibilizadas com instalações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e logos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Letreiro, casinha e nome Seazone: material e luz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Luminotécnico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LED da viga, forro e núcleo; arandelas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do rooftop e do cobogó, caminho de pedras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parede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natural (briefing) × revestimento branco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externo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Antiderrapante × imitando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na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gelo × Foto Retrô/velvet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Capacho e lava-pés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Capacho de inox na recepção, lava-pés no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Pontos da estante e da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Janela do mezanino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Detalhe do shadow box (LOG IND 03)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e detalhar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CACHOEIRA BEACH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Projeto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CACHOEIRA BEACH SPOT  ·  BOOK DE PREMISSAS DE FACHADA E INTERIORES  ·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