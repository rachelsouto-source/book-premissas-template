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5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7"/>
    <p:sldId id="274" r:id="rId6"/>
    <p:sldId id="275" r:id="rId5"/>
    <p:sldId id="276" r:id="rId4"/>
    <p:sldId id="277" r:id="rId3"/>
    <p:sldId id="278" r:id="rId2"/>
    <p:sldId id="279" r:id="rId31"/>
    <p:sldId id="280" r:id="rId32"/>
    <p:sldId id="281" r:id="rId3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roline Vieira Montedo" initials="" lastIdx="3" clrIdx="0"/>
  <p:cmAuthor id="1" name="Rachel Souto Hudson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79DEEBB-5512-44E8-9C8E-75C5AFC50D94}">
  <a:tblStyle styleId="{D79DEEBB-5512-44E8-9C8E-75C5AFC50D9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3.xml"/><Relationship Id="rId3" Type="http://schemas.openxmlformats.org/officeDocument/2006/relationships/slide" Target="slides/slide22.xml"/><Relationship Id="rId4" Type="http://schemas.openxmlformats.org/officeDocument/2006/relationships/slide" Target="slides/slide21.xml"/><Relationship Id="rId5" Type="http://schemas.openxmlformats.org/officeDocument/2006/relationships/slide" Target="slides/slide20.xml"/><Relationship Id="rId6" Type="http://schemas.openxmlformats.org/officeDocument/2006/relationships/slide" Target="slides/slide19.xml"/><Relationship Id="rId7" Type="http://schemas.openxmlformats.org/officeDocument/2006/relationships/slide" Target="slides/slide18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notesMaster" Target="notesMasters/notesMaster1.xml"/><Relationship Id="rId26" Type="http://schemas.openxmlformats.org/officeDocument/2006/relationships/commentAuthors" Target="commentAuthors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image" Target="../media/image8.jpg"/><Relationship Id="rId8" Type="http://schemas.openxmlformats.org/officeDocument/2006/relationships/image" Target="../media/image9.jpg"/><Relationship Id="rId9" Type="http://schemas.openxmlformats.org/officeDocument/2006/relationships/image" Target="../media/image1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Relationship Id="rId9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9.jpg"/><Relationship Id="rId5" Type="http://schemas.openxmlformats.org/officeDocument/2006/relationships/image" Target="../media/image2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1.jpg"/><Relationship Id="rId5" Type="http://schemas.openxmlformats.org/officeDocument/2006/relationships/image" Target="../media/image22.jpg"/><Relationship Id="rId6" Type="http://schemas.openxmlformats.org/officeDocument/2006/relationships/image" Target="../media/image2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4.jpg"/><Relationship Id="rId5" Type="http://schemas.openxmlformats.org/officeDocument/2006/relationships/image" Target="../media/image2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6.jpg"/><Relationship Id="rId5" Type="http://schemas.openxmlformats.org/officeDocument/2006/relationships/image" Target="../media/image2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8.jpg"/><Relationship Id="rId5" Type="http://schemas.openxmlformats.org/officeDocument/2006/relationships/image" Target="../media/image2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6" Type="http://schemas.openxmlformats.org/officeDocument/2006/relationships/image" Target="../media/image32.jpg"/><Relationship Id="rId7" Type="http://schemas.openxmlformats.org/officeDocument/2006/relationships/image" Target="../media/image33.jpg"/><Relationship Id="rId8" Type="http://schemas.openxmlformats.org/officeDocument/2006/relationships/image" Target="../media/image34.jpg"/><Relationship Id="rId9" Type="http://schemas.openxmlformats.org/officeDocument/2006/relationships/image" Target="../media/image35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6.jp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jpg"/><Relationship Id="rId8" Type="http://schemas.openxmlformats.org/officeDocument/2006/relationships/image" Target="../media/image4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V_02_-_ANA__imagem_07.jpg"/>
          <p:cNvPicPr>
            <a:picLocks noChangeAspect="1"/>
          </p:cNvPicPr>
          <p:nvPr/>
        </p:nvPicPr>
        <p:blipFill>
          <a:blip r:embed="rId2"/>
          <a:srcRect l="667" r="444"/>
          <a:stretch>
            <a:fillRect/>
          </a:stretch>
        </p:blipFill>
        <p:spPr>
          <a:xfrm>
            <a:off x="5074920" y="0"/>
            <a:ext cx="406908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74920" y="0"/>
            <a:ext cx="45720" cy="514350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66928"/>
            <a:ext cx="1783080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847088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29968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BOOK DE PREMISSAS DE FACHADA 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4480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Ilha do Campeche II</a:t>
            </a:r>
          </a:p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Spot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4480560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9FB0D4"/>
                </a:solidFill>
                <a:latin typeface="Arial"/>
              </a:rPr>
              <a:t>Lançamento  ×  Pré-executivo  ·  Fachada  ·  Interiores</a:t>
            </a:r>
          </a:p>
          <a:p>
            <a:pPr algn="l">
              <a:spcAft>
                <a:spcPts val="400"/>
              </a:spcAft>
            </a:pPr>
            <a:r>
              <a:rPr sz="750" b="0">
                <a:solidFill>
                  <a:srgbClr val="8FA3CC"/>
                </a:solidFill>
                <a:latin typeface="Arial"/>
              </a:rPr>
              <a:t>Base: imagens de lançamento (REV 02) · Pré-executivo de Arquitetura AD Arquitetura e Engenharia (fachadas 009 e 010, R00, nov/2025) · Memorial Descritivo · Premissas de Projeto · Considerações · interiores Seazone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34256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FA3CC"/>
                </a:solidFill>
                <a:latin typeface="Arial"/>
              </a:rPr>
              <a:t>Avenida do Campeche · Campeche · Florianópolis/SC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754880"/>
            <a:ext cx="448056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DOCUMENTO TÉCNICO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CONTEXTUALIZAÇÃO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O objetivo deste material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ILHA DO CAMPECHE SPOT II  ·  BOOK DE PREMISSAS DE FACHADA E INTERIORES  · 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rial"/>
              </a:rPr>
              <a:t>Consolidar as premissas de </a:t>
            </a:r>
            <a:r>
              <a:rPr sz="750" b="1">
                <a:solidFill>
                  <a:srgbClr val="333333"/>
                </a:solidFill>
                <a:latin typeface="Arial"/>
              </a:rPr>
              <a:t>fachada e interiores</a:t>
            </a:r>
            <a:r>
              <a:rPr sz="750" b="0">
                <a:solidFill>
                  <a:srgbClr val="333333"/>
                </a:solidFill>
                <a:latin typeface="Arial"/>
              </a:rPr>
              <a:t> do Ilha do Campeche II Spot a partir da leitura cruzada entre as </a:t>
            </a:r>
            <a:r>
              <a:rPr sz="750" b="1">
                <a:solidFill>
                  <a:srgbClr val="333333"/>
                </a:solidFill>
                <a:latin typeface="Arial"/>
              </a:rPr>
              <a:t>imagens de lançamento</a:t>
            </a:r>
            <a:r>
              <a:rPr sz="750" b="0">
                <a:solidFill>
                  <a:srgbClr val="333333"/>
                </a:solidFill>
                <a:latin typeface="Arial"/>
              </a:rPr>
              <a:t>, o </a:t>
            </a:r>
            <a:r>
              <a:rPr sz="750" b="1">
                <a:solidFill>
                  <a:srgbClr val="333333"/>
                </a:solidFill>
                <a:latin typeface="Arial"/>
              </a:rPr>
              <a:t>pré-executivo da AD Arquitetura</a:t>
            </a:r>
            <a:r>
              <a:rPr sz="750" b="0">
                <a:solidFill>
                  <a:srgbClr val="333333"/>
                </a:solidFill>
                <a:latin typeface="Arial"/>
              </a:rPr>
              <a:t>, o briefing de premissas e o projeto de interiores da Seazone: o que a imagem vendeu, o que o projeto traz e o que validar antes da compra.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3504" y="2139696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148839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Leitura da fachada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157984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o que compõe cada volume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32303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3504" y="2468879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478023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Mapa de texturas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487168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fachada · 12 elementos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761487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3504" y="2798063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2807207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Vistas especificadas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2816351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esquina e térreo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090672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3504" y="3127248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136391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Pré-executivo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3145536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elevações sem legenda de material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419856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03504" y="3456432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3465575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Lançamento × projeto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34747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fachada e interiores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749039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03504" y="3785615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3794759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Interiores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3803903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recepção, rooftop, unidades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078224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03504" y="4114800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412394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Briefing de projeto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4133087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opções marcadas × projeto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407408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03504" y="4443984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445312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Pontos de atenção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14600" y="4462272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travadas · checklist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9432" y="1170432"/>
            <a:ext cx="4041648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0" y="1280160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AO ABRIR ESTE BOOK, OBRAS DEVE CONSEGUIR RESPONDER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1636776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19472" y="157276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as imagens de lançamento mostram na fachada?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54880" y="196596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19472" y="190195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o pré-executivo especifica e o que falta?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0" y="2295144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19472" y="223113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Qual é o revestimento das paredes e das bordas?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54880" y="2624327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19472" y="2560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Como são o ripado, os guarda-corpos e as floreiras?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4880" y="295351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19472" y="288950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Qual é o conceito de interiores que deve ser seguido?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54880" y="3282695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19472" y="3218687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não pode ser alterado sem validação?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54880" y="3611879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19472" y="354787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Quais pontos ainda precisam ser validados?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54880" y="4023360"/>
            <a:ext cx="37490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0">
                <a:solidFill>
                  <a:srgbClr val="8FA3CC"/>
                </a:solidFill>
                <a:latin typeface="Arial"/>
              </a:rPr>
              <a:t>Regra do material: nenhuma informação foi inventada. Fontes (1.26 - [3851] Ilha do Campeche II Spot / 02 - Projetos): 08 - Projeto Arquitetônico (imagens 3D, pré-executivo, legal, interiores), 09 - Memorial Descritivo e 00 - Premissas de Projeto. Não há planilha de conferência de projetos executivos para este Spot. Índices urbanísticos, áreas e custos não fazem parte deste Book.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01 · FACHADA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Premissas e especificações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Leitura geral  ·  mapa de texturas  ·  vistas com marcação  ·  lançamento × pré-executivo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ILHA DO CAMPECHE SPOT II  ·  BOOK DE PREMISSAS DE FACHADA E INTERIORES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Leitura geral: o que compõe a fachada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ILHA DO CAMPECHE SPOT II  ·  BOOK DE PREMISSAS DE FACHADA E INTERIORES  ·  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935224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V_02_-_ANA__imagem_07.jpg"/>
          <p:cNvPicPr>
            <a:picLocks noChangeAspect="1"/>
          </p:cNvPicPr>
          <p:nvPr/>
        </p:nvPicPr>
        <p:blipFill>
          <a:blip r:embed="rId4"/>
          <a:srcRect l="32" r="32"/>
          <a:stretch>
            <a:fillRect/>
          </a:stretch>
        </p:blipFill>
        <p:spPr>
          <a:xfrm>
            <a:off x="502920" y="1170432"/>
            <a:ext cx="2880360" cy="36027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4526280"/>
            <a:ext cx="12801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FRENTE</a:t>
            </a:r>
          </a:p>
        </p:txBody>
      </p:sp>
      <p:sp>
        <p:nvSpPr>
          <p:cNvPr id="13" name="Oval 12"/>
          <p:cNvSpPr/>
          <p:nvPr/>
        </p:nvSpPr>
        <p:spPr>
          <a:xfrm>
            <a:off x="2703423" y="1290035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26283" y="131289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2156155" y="156024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79015" y="158310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234440" y="2316815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57300" y="233967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018413" y="2514965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41272" y="253782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76020" y="204661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8880" y="206947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1853717" y="247893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876577" y="250179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2444191" y="201058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7051" y="203344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1666494" y="262304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689354" y="264590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1090422" y="357777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13281" y="360063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31" name="Oval 30"/>
          <p:cNvSpPr/>
          <p:nvPr/>
        </p:nvSpPr>
        <p:spPr>
          <a:xfrm>
            <a:off x="2040940" y="373989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063800" y="376275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11880" y="1170432"/>
            <a:ext cx="5029200" cy="3584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1243584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6F7891"/>
                </a:solidFill>
                <a:latin typeface="Arial"/>
              </a:rPr>
              <a:t>LEGENDA</a:t>
            </a:r>
          </a:p>
        </p:txBody>
      </p:sp>
      <p:sp>
        <p:nvSpPr>
          <p:cNvPr id="35" name="Oval 34"/>
          <p:cNvSpPr/>
          <p:nvPr/>
        </p:nvSpPr>
        <p:spPr>
          <a:xfrm>
            <a:off x="3749040" y="1481328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1463040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Caixa d'água com identidade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logo-casinha e sigla "AD" iluminadas na imagem</a:t>
            </a:r>
          </a:p>
        </p:txBody>
      </p:sp>
      <p:sp>
        <p:nvSpPr>
          <p:cNvPr id="37" name="Oval 36"/>
          <p:cNvSpPr/>
          <p:nvPr/>
        </p:nvSpPr>
        <p:spPr>
          <a:xfrm>
            <a:off x="3749040" y="1810512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3360" y="1792224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Rooftop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empenas escuras triangulares, vidro e floreira</a:t>
            </a:r>
          </a:p>
        </p:txBody>
      </p:sp>
      <p:sp>
        <p:nvSpPr>
          <p:cNvPr id="39" name="Oval 38"/>
          <p:cNvSpPr/>
          <p:nvPr/>
        </p:nvSpPr>
        <p:spPr>
          <a:xfrm>
            <a:off x="3749040" y="2139696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23360" y="2121408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Bordas das lajes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faixa clara com aspecto de pedra, spots embutidos</a:t>
            </a:r>
          </a:p>
        </p:txBody>
      </p:sp>
      <p:sp>
        <p:nvSpPr>
          <p:cNvPr id="41" name="Oval 40"/>
          <p:cNvSpPr/>
          <p:nvPr/>
        </p:nvSpPr>
        <p:spPr>
          <a:xfrm>
            <a:off x="3749040" y="2468880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23360" y="2450592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Paredes em placas claras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paginação em placas nas faces dos módulos</a:t>
            </a:r>
          </a:p>
        </p:txBody>
      </p:sp>
      <p:sp>
        <p:nvSpPr>
          <p:cNvPr id="43" name="Oval 42"/>
          <p:cNvSpPr/>
          <p:nvPr/>
        </p:nvSpPr>
        <p:spPr>
          <a:xfrm>
            <a:off x="3749040" y="2798064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23360" y="2779776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Ripado vertical amadeirado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brises em frente às janelas das unidades</a:t>
            </a:r>
          </a:p>
        </p:txBody>
      </p:sp>
      <p:sp>
        <p:nvSpPr>
          <p:cNvPr id="45" name="Oval 44"/>
          <p:cNvSpPr/>
          <p:nvPr/>
        </p:nvSpPr>
        <p:spPr>
          <a:xfrm>
            <a:off x="3749040" y="3127248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23360" y="3108960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Pilares escuros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faixas grafite entre os módulos</a:t>
            </a:r>
          </a:p>
        </p:txBody>
      </p:sp>
      <p:sp>
        <p:nvSpPr>
          <p:cNvPr id="47" name="Oval 46"/>
          <p:cNvSpPr/>
          <p:nvPr/>
        </p:nvSpPr>
        <p:spPr>
          <a:xfrm>
            <a:off x="3749040" y="3456432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23360" y="3438144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Esquadrias pretas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caixilho preto com vidro incolor</a:t>
            </a:r>
          </a:p>
        </p:txBody>
      </p:sp>
      <p:sp>
        <p:nvSpPr>
          <p:cNvPr id="49" name="Oval 48"/>
          <p:cNvSpPr/>
          <p:nvPr/>
        </p:nvSpPr>
        <p:spPr>
          <a:xfrm>
            <a:off x="3749040" y="3785615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23360" y="3767328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Guarda-corpo de vidro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vidro com corrimão metálico preto</a:t>
            </a:r>
          </a:p>
        </p:txBody>
      </p:sp>
      <p:sp>
        <p:nvSpPr>
          <p:cNvPr id="51" name="Oval 50"/>
          <p:cNvSpPr/>
          <p:nvPr/>
        </p:nvSpPr>
        <p:spPr>
          <a:xfrm>
            <a:off x="3749040" y="4114800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23360" y="4096512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Floreira em balanço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jardineira sobre o térreo</a:t>
            </a:r>
          </a:p>
        </p:txBody>
      </p:sp>
      <p:sp>
        <p:nvSpPr>
          <p:cNvPr id="53" name="Oval 52"/>
          <p:cNvSpPr/>
          <p:nvPr/>
        </p:nvSpPr>
        <p:spPr>
          <a:xfrm>
            <a:off x="3749040" y="4443983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23360" y="4425696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Letreiro e vitrines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"Ilha do Campeche II Spot" em letras iluminadas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MAPA DE TEXTURAS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Texturas e acabamentos da fachada (1/2)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ILHA DO CAMPECHE SPOT II  ·  BOOK DE PREMISSAS DE FACHADA E INTERIORES  · 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extraídas das imagens de lançamento (REV 02): referência visual, não substitui amostra física. O pré-executivo (fachadas 009 e 010) não traz legenda de material.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placas.jpg"/>
          <p:cNvPicPr>
            <a:picLocks noChangeAspect="1"/>
          </p:cNvPicPr>
          <p:nvPr/>
        </p:nvPicPr>
        <p:blipFill>
          <a:blip r:embed="rId4"/>
          <a:srcRect t="35217" b="35217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Placas claras nas paredes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faces dos módulos das unidades.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placas claras com aspecto de pedra/concreto · pré-executivo: fachada branca sem legenda · memorial: revestimento conforme projeto.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material e paginação. PENDENTE.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borda.jpg"/>
          <p:cNvPicPr>
            <a:picLocks noChangeAspect="1"/>
          </p:cNvPicPr>
          <p:nvPr/>
        </p:nvPicPr>
        <p:blipFill>
          <a:blip r:embed="rId5"/>
          <a:srcRect l="26638" r="26638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Bordas das lajes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faixas horizontais de todos os pavimentos.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bordas claras com textura de pedra e spots embutidos · pré-executivo: sem especificação.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acabamento e iluminação. PENDENTE.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ripado.jpg"/>
          <p:cNvPicPr>
            <a:picLocks noChangeAspect="1"/>
          </p:cNvPicPr>
          <p:nvPr/>
        </p:nvPicPr>
        <p:blipFill>
          <a:blip r:embed="rId6"/>
          <a:srcRect t="38947" b="38947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Ripado vertical amadeirado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frente das janelas das unidades.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 e pré-executivo: ripado amadeirado · briefing: brises em PVC · memorial: madeira ou brises móveis.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material não definido no projeto. A VALIDAR.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esq.jpg"/>
          <p:cNvPicPr>
            <a:picLocks noChangeAspect="1"/>
          </p:cNvPicPr>
          <p:nvPr/>
        </p:nvPicPr>
        <p:blipFill>
          <a:blip r:embed="rId7"/>
          <a:srcRect t="28312" b="28312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Esquadrias pretas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janelas e portas-janela.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caixilho preto · briefing: linha 32 gold, perfil preto; comuns em preto fosco.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 com o briefing; linha a confirmar. DEFINIDO.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pilar.jpg"/>
          <p:cNvPicPr>
            <a:picLocks noChangeAspect="1"/>
          </p:cNvPicPr>
          <p:nvPr/>
        </p:nvPicPr>
        <p:blipFill>
          <a:blip r:embed="rId8"/>
          <a:srcRect t="39545" b="39545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Pilares escuros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faixas verticais entre os módulos.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pilares em tom grafite · pré-executivo: fachada toda branca.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diverge do projeto. A VALIDAR.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gc.jpg"/>
          <p:cNvPicPr>
            <a:picLocks noChangeAspect="1"/>
          </p:cNvPicPr>
          <p:nvPr/>
        </p:nvPicPr>
        <p:blipFill>
          <a:blip r:embed="rId9"/>
          <a:srcRect l="30515" r="30515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Guarda-corpo de vidro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sacadas das unidades.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vidro com corrimão preto · briefing privativo: alumínio anodizado com montante aparente · memorial: alumínio com vidro.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modelo e cor do perfil. A VALIDAR.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MAPA DE TEXTURAS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Texturas e acabamentos da fachada (2/2)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ILHA DO CAMPECHE SPOT II  ·  BOOK DE PREMISSAS DE FACHADA E INTERIORES  · 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extraídas das imagens de lançamento (REV 02): referência visual, não substitui amostra física. Especificação: briefing, memorial e pré-executivo.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rooftop.jpg"/>
          <p:cNvPicPr>
            <a:picLocks noChangeAspect="1"/>
          </p:cNvPicPr>
          <p:nvPr/>
        </p:nvPicPr>
        <p:blipFill>
          <a:blip r:embed="rId4"/>
          <a:srcRect l="17332" r="17332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Rooftop: empenas e floreira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último pavimento.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empenas escuras triangulares, guarda-corpo de vidro e floreira contínua.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sem detalhe no pré-executivo. PENDENTE.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caixa.jpg"/>
          <p:cNvPicPr>
            <a:picLocks noChangeAspect="1"/>
          </p:cNvPicPr>
          <p:nvPr/>
        </p:nvPicPr>
        <p:blipFill>
          <a:blip r:embed="rId5"/>
          <a:srcRect l="34587" r="34587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Caixa d'água com identidade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volume superior.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fechamento ripado claro com logo-casinha e sigla "AD" iluminadas · pré-executivo: volume branco.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confirmar arte e ponto elétrico com a Seazone. PENDENTE.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rustica.jpg"/>
          <p:cNvPicPr>
            <a:picLocks noChangeAspect="1"/>
          </p:cNvPicPr>
          <p:nvPr/>
        </p:nvPicPr>
        <p:blipFill>
          <a:blip r:embed="rId6"/>
          <a:srcRect t="5007" b="5007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Textura rústica do térreo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pilares e paredes do térreo.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textura cinza rústica · briefing: área externa com pintura seguindo o conceito da fachada.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produto e cor. PENDENTE.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letreiro.jpg"/>
          <p:cNvPicPr>
            <a:picLocks noChangeAspect="1"/>
          </p:cNvPicPr>
          <p:nvPr/>
        </p:nvPicPr>
        <p:blipFill>
          <a:blip r:embed="rId7"/>
          <a:srcRect l="36913" r="36913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Letreiro iluminado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fachada do térreo.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letras brancas iluminadas "Ilha do Campeche II Spot" · memorial: nome do edifício na fachada interna.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sem detalhe e sem luminotécnico. PENDENTE.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floreira.jpg"/>
          <p:cNvPicPr>
            <a:picLocks noChangeAspect="1"/>
          </p:cNvPicPr>
          <p:nvPr/>
        </p:nvPicPr>
        <p:blipFill>
          <a:blip r:embed="rId8"/>
          <a:srcRect l="38561" r="38561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Floreira em balanço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sobre as vitrines do térreo.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jardineira com vegetação pendente · paisagismo sem projeto na pasta.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prever impermeabilização e irrigação. PENDENTE.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piscina.jpg"/>
          <p:cNvPicPr>
            <a:picLocks noChangeAspect="1"/>
          </p:cNvPicPr>
          <p:nvPr/>
        </p:nvPicPr>
        <p:blipFill>
          <a:blip r:embed="rId9"/>
          <a:srcRect l="11806" r="11806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Piscina do rooftop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borda com vista para o mar.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pastilha verde · briefing: revestimento esverdeado 20×20 · memorial: porcelanato para piscina.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 com o briefing. DEFINIDO.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VISTA + ESPECIFICAÇÃO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Esquina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ILHA DO CAMPECHE SPOT II  ·  BOOK DE PREMISSAS DE FACHADA E INTERIORES  ·  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5129783" cy="2907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V_02_-_ANA__imagem_01.jpg"/>
          <p:cNvPicPr>
            <a:picLocks noChangeAspect="1"/>
          </p:cNvPicPr>
          <p:nvPr/>
        </p:nvPicPr>
        <p:blipFill>
          <a:blip r:embed="rId4"/>
          <a:srcRect t="10" b="10"/>
          <a:stretch>
            <a:fillRect/>
          </a:stretch>
        </p:blipFill>
        <p:spPr>
          <a:xfrm>
            <a:off x="502920" y="1170432"/>
            <a:ext cx="5074920" cy="2852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4630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ESQUINA</a:t>
            </a:r>
          </a:p>
        </p:txBody>
      </p:sp>
      <p:sp>
        <p:nvSpPr>
          <p:cNvPr id="13" name="Oval 12"/>
          <p:cNvSpPr/>
          <p:nvPr/>
        </p:nvSpPr>
        <p:spPr>
          <a:xfrm>
            <a:off x="3263036" y="120901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285896" y="123187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3009290" y="1551371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32150" y="1574231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3618280" y="209342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41140" y="211628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3288411" y="260695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11271" y="262981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2146553" y="237872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69413" y="240158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1892807" y="300636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915667" y="302922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3719779" y="346283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42639" y="348569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1385316" y="326312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08176" y="328598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760720" y="1170432"/>
          <a:ext cx="2880360" cy="2761488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960120"/>
                <a:gridCol w="169164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Caixa d'água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Logo-casinha iluminado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Floreira e guarda-corpo de vidro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Ripado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Amadeirado · material a definir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Placas claras · sem legenda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com corrimão preto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Bordas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Faixa clara com spots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Letreiros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Nas duas fachadas do térreo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Floreira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Em balanço sobre o térreo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502920" y="4114800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rial"/>
              </a:rPr>
              <a:t>A esquina repete o módulo em todas as faces: ripado amadeirado, esquadrias pretas, guarda-corpo de vidro e bordas claras com spots. O letreiro aparece nas duas fachadas do térreo. O pré-executivo desenha o mesmo volume, mas todo em branco e sem nenhuma indicação de material.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VISTA + ESPECIFICAÇÃO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Térreo e acesso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ILHA DO CAMPECHE SPOT II  ·  BOOK DE PREMISSAS DE FACHADA E INTERIORES  ·  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5129783" cy="2907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6_BOOK_ASSETS__terreo.jpg"/>
          <p:cNvPicPr>
            <a:picLocks noChangeAspect="1"/>
          </p:cNvPicPr>
          <p:nvPr/>
        </p:nvPicPr>
        <p:blipFill>
          <a:blip r:embed="rId4"/>
          <a:srcRect t="50" b="50"/>
          <a:stretch>
            <a:fillRect/>
          </a:stretch>
        </p:blipFill>
        <p:spPr>
          <a:xfrm>
            <a:off x="502920" y="1170432"/>
            <a:ext cx="5074920" cy="2852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4630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TÉRREO</a:t>
            </a:r>
          </a:p>
        </p:txBody>
      </p:sp>
      <p:sp>
        <p:nvSpPr>
          <p:cNvPr id="13" name="Oval 12"/>
          <p:cNvSpPr/>
          <p:nvPr/>
        </p:nvSpPr>
        <p:spPr>
          <a:xfrm>
            <a:off x="2603296" y="246430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26156" y="248716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639062" y="235019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661922" y="237305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2095804" y="2949305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18664" y="297216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4430268" y="203636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53128" y="205922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2501798" y="186519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24658" y="188805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2400300" y="126607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423160" y="128893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3161538" y="1522841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184398" y="1545701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4684014" y="3120481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06873" y="3143341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760720" y="1170432"/>
          <a:ext cx="2880360" cy="2761488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960120"/>
                <a:gridCol w="169164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Letreiro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Letras brancas iluminadas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Floreira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Jardineira em balanço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Vitrines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Caixilho preto, vidro incolor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Textura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Cinza rústica no térreo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Spots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Embutidos sob as lajes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Ripado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Amadeirado nas unidades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com corrimão preto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Jardim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Palmeiras e forração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502920" y="4114800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rial"/>
              </a:rPr>
              <a:t>O térreo vendido combina textura cinza rústica, vitrines com caixilho preto, floreira em balanço e o letreiro iluminado. O briefing pede muro com pintura cor Seazone, logo e nome, e acesso em perfil metálico com vidro e reconhecimento facial. Nenhum desses acabamentos está especificado no pré-executivo.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PRÉ-EXECUTIVO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Elevações do pré-executivo (AD · R00)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ILHA DO CAMPECHE SPOT II  ·  BOOK DE PREMISSAS DE FACHADA E INTERIORES  ·  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752344" cy="3054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6_BOOK_ASSETS__pp_norte.jpg"/>
          <p:cNvPicPr>
            <a:picLocks noChangeAspect="1"/>
          </p:cNvPicPr>
          <p:nvPr/>
        </p:nvPicPr>
        <p:blipFill>
          <a:blip r:embed="rId4"/>
          <a:srcRect t="140" b="140"/>
          <a:stretch>
            <a:fillRect/>
          </a:stretch>
        </p:blipFill>
        <p:spPr>
          <a:xfrm>
            <a:off x="502920" y="1170432"/>
            <a:ext cx="2697480" cy="299923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66928" y="1234440"/>
            <a:ext cx="91440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NORTE · 009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1143000"/>
            <a:ext cx="1837943" cy="3054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6_BOOK_ASSETS__pp_leste.jpg"/>
          <p:cNvPicPr>
            <a:picLocks noChangeAspect="1"/>
          </p:cNvPicPr>
          <p:nvPr/>
        </p:nvPicPr>
        <p:blipFill>
          <a:blip r:embed="rId5"/>
          <a:srcRect l="198" r="198"/>
          <a:stretch>
            <a:fillRect/>
          </a:stretch>
        </p:blipFill>
        <p:spPr>
          <a:xfrm>
            <a:off x="3337560" y="1170432"/>
            <a:ext cx="1783080" cy="299923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401568" y="1234440"/>
            <a:ext cx="91440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LESTE · 010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61104"/>
            <a:ext cx="4617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Elevações renderizadas em branco, com o ripado em tom madeira e guarda-corpos de vidro. Não há quadro de materiais, cotas de revestimento nem indicação de cor nas pranchas 009 e 010.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1170432"/>
            <a:ext cx="3337560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58968" y="1280160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17336" y="1271016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O QUE O PROJETO TRAZ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58968" y="1499616"/>
            <a:ext cx="3026664" cy="3218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Fase · </a:t>
            </a:r>
            <a:r>
              <a:rPr sz="700" b="0">
                <a:solidFill>
                  <a:srgbClr val="FFFFFF"/>
                </a:solidFill>
                <a:latin typeface="Arial"/>
              </a:rPr>
              <a:t>pranchas "PP" R00 (nov/2025) com nota "projeto não liberado para obra, em revisão conforme tickets".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Fachadas · </a:t>
            </a:r>
            <a:r>
              <a:rPr sz="700" b="0">
                <a:solidFill>
                  <a:srgbClr val="FFFFFF"/>
                </a:solidFill>
                <a:latin typeface="Arial"/>
              </a:rPr>
              <a:t>009 (Norte e Sul) e 010 (Leste e Oeste), sem legenda de materiais.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Cor · </a:t>
            </a:r>
            <a:r>
              <a:rPr sz="700" b="0">
                <a:solidFill>
                  <a:srgbClr val="FFFFFF"/>
                </a:solidFill>
                <a:latin typeface="Arial"/>
              </a:rPr>
              <a:t>volume todo branco: não mostra placas claras, pilares escuros nem textura rústica da imagem.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Ripado · </a:t>
            </a:r>
            <a:r>
              <a:rPr sz="700" b="0">
                <a:solidFill>
                  <a:srgbClr val="FFFFFF"/>
                </a:solidFill>
                <a:latin typeface="Arial"/>
              </a:rPr>
              <a:t>desenhado em tom madeira, sem material (briefing: PVC).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Conferência · </a:t>
            </a:r>
            <a:r>
              <a:rPr sz="700" b="0">
                <a:solidFill>
                  <a:srgbClr val="FFFFFF"/>
                </a:solidFill>
                <a:latin typeface="Arial"/>
              </a:rPr>
              <a:t>não há planilha de conferência de projetos executivos na pasta.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LANÇAMENTO ×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Comparativo: fachada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ILHA DO CAMPECHE SPOT II  ·  BOOK DE PREMISSAS DE FACHADA E INTERIORES  · 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Imagens de lançamento (REV 02) × pré-executivo AD R00, Premissas e Memorial.  DEFINIDO = convergem  ·  A VALIDAR = divergem  ·  PENDENTE = sem definição.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355848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331720"/>
                <a:gridCol w="365760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Lançamento (imagens)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Pré-executivo / Premissas / Memorial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 dos módulos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Placas claras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Branco, sem legenda · revestimento conforme projeto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Bordas das lajes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Faixa clara com spots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especificação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Pilares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Grafite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Brancos no pré-executivo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Ripado vertical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Amadeirado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Tom madeira sem material · PVC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Pretas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Linha 32 gold, perfil preto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sacadas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Vidro, corrimão preto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anodizado montante aparente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incolor com perfil "U" inox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Empenas escuras e floreira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detalhe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Caixa d'água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Logo-casinha e sigla "AD"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Volume branco · arte a confirmar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Térreo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Textura cinza rústica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seguindo o conceito da fachada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Letreiro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Iluminado no térreo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Nome na fachada interna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Floreiras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Em balanço e no rooftop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projeto de paisagismo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Pastilha verde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Esverdeado 20×20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Muro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Não aparece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cor Seazone com logo e nome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Premissas de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Recepção  ·  rooftop e piscina  ·  mini market  ·  unidades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ILHA DO CAMPECHE SPOT II  ·  BOOK DE PREMISSAS DE FACHADA E INTERIORES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Conceito Seazone × situação do projeto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ILHA DO CAMPECHE SPOT II  ·  BOOK DE PREMISSAS DE FACHADA E INTERIORES  · 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Imagens de interiores Seazone (10 - Projeto de Interiores / 02- Imagens) × briefing, memorial e texturas do projeto de interiores.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252374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417320"/>
                <a:gridCol w="2651760"/>
                <a:gridCol w="2423160"/>
                <a:gridCol w="164592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Ambiente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Conceito Seazone (seguir)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Situação registrada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Recepção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Painel ripado amadeirado com letreiro, jardim vertical aramado, textura rústica, espelho orgânico, portas pretas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Briefing confirma painel PVC ripado + jardim vertical aramado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Corredores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Mini market com vending, pendentes de fibra, painel ripado, portas pretas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Cores do briefing: Cinza Urbano + Calopsita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Jardim vertical com letreiro, deck, parede cinza, ducha com painel ripado, piscina esverdeada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Briefing: painel PVC ripado + textura cinza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Unidades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MDF Terrino e Savana, granito pitaya, tintas Foto Retrô e Cinza Clássico, metais pretos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Forro em acabamento de concreto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Executivo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Executivo de interiores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Só arquivos de render e texturas na pasta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2920" y="4133087"/>
            <a:ext cx="8138160" cy="64008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4242816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4233672"/>
            <a:ext cx="7223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REGRA PARA A OBRA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462272"/>
            <a:ext cx="7827264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Não há executivo de interiores. Vale o conceito das imagens de venda e as texturas da pasta "01- Arquivos de projeto / Texturas"; letreiros iluminados, jardins verticais, vending e pontos do mini market precisam entrar no elétrico e no hidráulico antes do fechamento.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INDICAÇÕES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Indicações sobre as imagens de venda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ILHA DO CAMPECHE SPOT II  ·  BOOK DE PREMISSAS DE FACHADA E INTERIORES  · 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"Ilha do Campeche II Spot - Considerações" (00 - Premissas de Projeto): 8 indicações sem texto descritivo; abaixo, as marcadas sobre imagens, lidas junto ao briefing.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2651760" cy="3447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image9.jpg"/>
          <p:cNvPicPr>
            <a:picLocks noChangeAspect="1"/>
          </p:cNvPicPr>
          <p:nvPr/>
        </p:nvPicPr>
        <p:blipFill>
          <a:blip r:embed="rId4"/>
          <a:srcRect l="141" r="141"/>
          <a:stretch>
            <a:fillRect/>
          </a:stretch>
        </p:blipFill>
        <p:spPr>
          <a:xfrm>
            <a:off x="576072" y="1399032"/>
            <a:ext cx="2505456" cy="14173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76072" y="2889504"/>
            <a:ext cx="56692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3108960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Porta da recepção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401568"/>
            <a:ext cx="250545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Arial"/>
              </a:rPr>
              <a:t>Porta preta marcada na recepção. Briefing: portas e rodapés das áreas comuns em preto; portas de escada pintadas de preto.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325880"/>
            <a:ext cx="2651760" cy="3447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6_BOOK_ASSETS__image4.jpg"/>
          <p:cNvPicPr>
            <a:picLocks noChangeAspect="1"/>
          </p:cNvPicPr>
          <p:nvPr/>
        </p:nvPicPr>
        <p:blipFill>
          <a:blip r:embed="rId5"/>
          <a:srcRect t="22323" b="22323"/>
          <a:stretch>
            <a:fillRect/>
          </a:stretch>
        </p:blipFill>
        <p:spPr>
          <a:xfrm>
            <a:off x="3319272" y="1399032"/>
            <a:ext cx="2505456" cy="141732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319272" y="2889504"/>
            <a:ext cx="56692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9272" y="3108960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Porta da unidade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9272" y="3401568"/>
            <a:ext cx="250545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Arial"/>
              </a:rPr>
              <a:t>Porta de entrada marcada na unidade. Briefing: portas brancas por dentro e pretas por fora, com bandeira até o forro.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325880"/>
            <a:ext cx="2651760" cy="3447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06_BOOK_ASSETS__image10.jpg"/>
          <p:cNvPicPr>
            <a:picLocks noChangeAspect="1"/>
          </p:cNvPicPr>
          <p:nvPr/>
        </p:nvPicPr>
        <p:blipFill>
          <a:blip r:embed="rId6"/>
          <a:srcRect l="537" r="537"/>
          <a:stretch>
            <a:fillRect/>
          </a:stretch>
        </p:blipFill>
        <p:spPr>
          <a:xfrm>
            <a:off x="6062472" y="1399032"/>
            <a:ext cx="2505456" cy="141732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062472" y="2889504"/>
            <a:ext cx="56692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62472" y="3108960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Deck do rooftop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62472" y="3401568"/>
            <a:ext cx="250545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Arial"/>
              </a:rPr>
              <a:t>Deck com jardim vertical e letreiro. Piso externo em porcelanato que imita madeira 120×20 (briefing).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Recepção e circulação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ILHA DO CAMPECHE SPOT II  ·  BOOK DE PREMISSAS DE FACHADA E INTERIORES  · 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cepção__Imagem_04.jpg"/>
          <p:cNvPicPr>
            <a:picLocks noChangeAspect="1"/>
          </p:cNvPicPr>
          <p:nvPr/>
        </p:nvPicPr>
        <p:blipFill>
          <a:blip r:embed="rId4"/>
          <a:srcRect l="2823" r="2823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CONCEITO · RECEPÇÃO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ecepção__Imagem_03.jpg"/>
          <p:cNvPicPr>
            <a:picLocks noChangeAspect="1"/>
          </p:cNvPicPr>
          <p:nvPr/>
        </p:nvPicPr>
        <p:blipFill>
          <a:blip r:embed="rId5"/>
          <a:srcRect l="2823" r="2823"/>
          <a:stretch>
            <a:fillRect/>
          </a:stretch>
        </p:blipFill>
        <p:spPr>
          <a:xfrm>
            <a:off x="502920" y="2697480"/>
            <a:ext cx="237744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LETREIRO + RIPADO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Painel ripado amadeirado com letreiro, jardim vertical em tela metálica preta, textura rústica e espelho orgânico.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(briefing · texturas · imagens)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Pintura cinza médio (briefing) · textura rústica nas imagens · cimento queimado Campeche (texturas)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Painel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Painel PVC ripado amadeirado (briefing e imagem)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Destaques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Jardim vertical aramado em tela metálica preta (briefing e imagem)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Forro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Gesso com pé-direito livre (briefing) · imagem: forro modular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natural/acetinado, rodapé branco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Portas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Portas e rodapés das áreas comuns em preto, bandeira até o forro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Identidade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Letreiro ILHA DO CAMPECHE II SPOT e frase na parede (imagem)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Mobiliário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Poltrona clara, espelho orgânico com moldura preta, tapete redondo (imagem)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Áreas comuns em preto fosco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Rooftop: deck, piscina e mini market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ILHA DO CAMPECHE SPOT II  ·  BOOK DE PREMISSAS DE FACHADA E INTERIORES  · 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oftop__Imagem_06.jpg"/>
          <p:cNvPicPr>
            <a:picLocks noChangeAspect="1"/>
          </p:cNvPicPr>
          <p:nvPr/>
        </p:nvPicPr>
        <p:blipFill>
          <a:blip r:embed="rId4"/>
          <a:srcRect l="2823" r="2823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6916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DECK + JARDIM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ooftop__Imagem_01.jpg"/>
          <p:cNvPicPr>
            <a:picLocks noChangeAspect="1"/>
          </p:cNvPicPr>
          <p:nvPr/>
        </p:nvPicPr>
        <p:blipFill>
          <a:blip r:embed="rId5"/>
          <a:srcRect l="2842" r="2842"/>
          <a:stretch>
            <a:fillRect/>
          </a:stretch>
        </p:blipFill>
        <p:spPr>
          <a:xfrm>
            <a:off x="502920" y="2697480"/>
            <a:ext cx="237744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6916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MINI MARKET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Jardim vertical com letreiro, deck amadeirado com vista para o mar e mini market com vending e pendentes de fibra.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(briefing · memorial · imagens)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Pintura cinza médio + painel PVC ripado + textura cinza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Destaque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Jardim vertical com letreiro Ilha do Campeche II SPOT (imagem)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 externo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que imita madeira 120×20, rodapé embutido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Revestimento esverdeado 20×20 (briefing) · pastilha verde (imagem)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Guarda-corpo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Vidro incolor com perfil "U" inox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Ducha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Ducha com painel ripado na parede (imagem)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Mini market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Estante de madeira, vending e pendentes de fibra no corredor (imagem)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Forro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Gesso com pé-direito livre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Aquecimento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Solar para a piscina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Unidades: acabamentos e escopo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ILHA DO CAMPECHE SPOT II  ·  BOOK DE PREMISSAS DE FACHADA E INTERIORES  · 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ipologia_H__Imagem_02.jpg"/>
          <p:cNvPicPr>
            <a:picLocks noChangeAspect="1"/>
          </p:cNvPicPr>
          <p:nvPr/>
        </p:nvPicPr>
        <p:blipFill>
          <a:blip r:embed="rId4"/>
          <a:srcRect l="2823" r="2823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TIPOLOGIA 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197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ipologia_B__IMAGEM_1.jpg"/>
          <p:cNvPicPr>
            <a:picLocks noChangeAspect="1"/>
          </p:cNvPicPr>
          <p:nvPr/>
        </p:nvPicPr>
        <p:blipFill>
          <a:blip r:embed="rId5"/>
          <a:srcRect t="7265" b="7265"/>
          <a:stretch>
            <a:fillRect/>
          </a:stretch>
        </p:blipFill>
        <p:spPr>
          <a:xfrm>
            <a:off x="502920" y="2697480"/>
            <a:ext cx="2377440" cy="1143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COPA · LOFT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13632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Imagens das tipologias (10 - Projeto de Interiores / 02- Imagens); lofts com mezanino nos primeiros pavimentos.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(briefing · moodboard · memorial)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natural/acetinado, rodapé branco (briefing) · Urban Savane 90×90 (moodboard)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Branco gelo acetinado (briefing) · tintas Foto Retrô e Cinza Clássico Suvinil (moodboard)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Forro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Acabamento em concreto, evitando rebaixos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Banheiro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nas paredes e no piso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Marcenaria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MDF Terrino e MDF Savana Guararapes (moodboard)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Bancadas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Granito pitaya polido (moodboard)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Metais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Metal preto fosco (moodboard)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Linha 32 gold com perfil preto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Portas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Brancas por dentro, pretas por fora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MAPA DE MATERIALIDADE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Materiais de interiores: áreas comuns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ILHA DO CAMPECHE SPOT II  ·  BOOK DE PREMISSAS DE FACHADA E INTERIORES  · 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Texturas da pasta "10 - Projeto de Interiores / 01- Arquivos de projeto / Texturas". Referência visual, não substitui amostra física.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cimento.jpg"/>
          <p:cNvPicPr>
            <a:picLocks noChangeAspect="1"/>
          </p:cNvPicPr>
          <p:nvPr/>
        </p:nvPicPr>
        <p:blipFill>
          <a:blip r:embed="rId4"/>
          <a:srcRect l="2302" r="2302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Cimento queimado Campeche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paredes das áreas comuns.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textura "Cimento queimado Campeche" do projeto de interiores · briefing: cinza médio.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aprovar painel-teste.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concalisado.jpg"/>
          <p:cNvPicPr>
            <a:picLocks noChangeAspect="1"/>
          </p:cNvPicPr>
          <p:nvPr/>
        </p:nvPicPr>
        <p:blipFill>
          <a:blip r:embed="rId5"/>
          <a:srcRect l="2184" r="2184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Concreto alisado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paredes e forro de referência.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textura "Concreto alisado" do projeto de interiores.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confirmar onde será aplicado. A VALIDAR.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concaparente.jpg"/>
          <p:cNvPicPr>
            <a:picLocks noChangeAspect="1"/>
          </p:cNvPicPr>
          <p:nvPr/>
        </p:nvPicPr>
        <p:blipFill>
          <a:blip r:embed="rId6"/>
          <a:srcRect t="5327" b="5327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Concreto aparente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forro das unidades (referência).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textura "Concreto aparente" · briefing: forro das unidades em acabamento de concreto.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tratamento da laje. A VALIDAR.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cementosoft.jpg"/>
          <p:cNvPicPr>
            <a:picLocks noChangeAspect="1"/>
          </p:cNvPicPr>
          <p:nvPr/>
        </p:nvPicPr>
        <p:blipFill>
          <a:blip r:embed="rId7"/>
          <a:srcRect t="13093" b="13093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Porcelanato Cemento Soft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piso de referência das áreas comuns.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porcelanato Cemento Soft Elizabeth 84×84 (texturas) · briefing: porcelanato 90×90.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alinhar formato com o briefing. A VALIDAR.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linho.jpg"/>
          <p:cNvPicPr>
            <a:picLocks noChangeAspect="1"/>
          </p:cNvPicPr>
          <p:nvPr/>
        </p:nvPicPr>
        <p:blipFill>
          <a:blip r:embed="rId8"/>
          <a:srcRect t="13158" b="13158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Linho chumbo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estofados das áreas comuns.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textura "Linho chumbo" do projeto de interiores.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referência de mobiliário.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metalpreto.jpg"/>
          <p:cNvPicPr>
            <a:picLocks noChangeAspect="1"/>
          </p:cNvPicPr>
          <p:nvPr/>
        </p:nvPicPr>
        <p:blipFill>
          <a:blip r:embed="rId9"/>
          <a:srcRect t="13158" b="13158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Metal preto fosco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jardim vertical, espelhos e esquadrias.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metal preto fosco (moodboard) · esquadrias comuns em preto fosco (briefing).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mesmo acabamento em todos os metais. DEFINIDO.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MAPA DE MATERIALIDADE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Materiais de interiores: unidades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ILHA DO CAMPECHE SPOT II  ·  BOOK DE PREMISSAS DE FACHADA E INTERIORES  · 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do "Moodboard - Ilha do Campeche Spot II" (acabamentos das unidades) e da pasta de texturas. Referência visual, não substitui amostra física.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terrino.jpg"/>
          <p:cNvPicPr>
            <a:picLocks noChangeAspect="1"/>
          </p:cNvPicPr>
          <p:nvPr/>
        </p:nvPicPr>
        <p:blipFill>
          <a:blip r:embed="rId4"/>
          <a:srcRect t="13158" b="13158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MDF Terrino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marcenaria das unidades.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MDF Terrino Guararapes (moodboard).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mesmo padrão em todas as tipologias.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savana.jpg"/>
          <p:cNvPicPr>
            <a:picLocks noChangeAspect="1"/>
          </p:cNvPicPr>
          <p:nvPr/>
        </p:nvPicPr>
        <p:blipFill>
          <a:blip r:embed="rId5"/>
          <a:srcRect t="25474" b="25474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MDF Savana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marcenaria e cabeceiras.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MDF Savana Guararapes (moodboard).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combinar com o Terrino conforme imagens.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pitaya.jpg"/>
          <p:cNvPicPr>
            <a:picLocks noChangeAspect="1"/>
          </p:cNvPicPr>
          <p:nvPr/>
        </p:nvPicPr>
        <p:blipFill>
          <a:blip r:embed="rId6"/>
          <a:srcRect t="13158" b="13158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Granito pitaya polido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bancadas da copa e do banheiro.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granito pitaya polido (moodboard).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deixar pontos conforme as vistas do briefing.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savane.jpg"/>
          <p:cNvPicPr>
            <a:picLocks noChangeAspect="1"/>
          </p:cNvPicPr>
          <p:nvPr/>
        </p:nvPicPr>
        <p:blipFill>
          <a:blip r:embed="rId7"/>
          <a:srcRect t="13158" b="13158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Porcelanato Urban Savane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piso das unidades.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Urban Savane 90×90 (moodboard) · briefing: 90×90 natural/acetinado.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 com o briefing. DEFINIDO.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cinzaclassico.jpg"/>
          <p:cNvPicPr>
            <a:picLocks noChangeAspect="1"/>
          </p:cNvPicPr>
          <p:nvPr/>
        </p:nvPicPr>
        <p:blipFill>
          <a:blip r:embed="rId8"/>
          <a:srcRect t="13158" b="13158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Tintas Foto Retrô e Cinza Clássico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paredes das unidades.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Foto Retrô e Cinza Clássico Suvinil (moodboard) · briefing: branco gelo acetinado.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a cor das paredes. A VALIDAR.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44768" y="3246120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LEMBRAR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03136" y="323697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UNIDADES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44768" y="3465576"/>
            <a:ext cx="2340864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Forro: </a:t>
            </a:r>
            <a:r>
              <a:rPr sz="700" b="0">
                <a:solidFill>
                  <a:srgbClr val="FFFFFF"/>
                </a:solidFill>
                <a:latin typeface="Arial"/>
              </a:rPr>
              <a:t>em concreto (briefing).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Portas: </a:t>
            </a:r>
            <a:r>
              <a:rPr sz="700" b="0">
                <a:solidFill>
                  <a:srgbClr val="FFFFFF"/>
                </a:solidFill>
                <a:latin typeface="Arial"/>
              </a:rPr>
              <a:t>brancas por dentro, pretas por fora.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Metais: </a:t>
            </a:r>
            <a:r>
              <a:rPr sz="700" b="0">
                <a:solidFill>
                  <a:srgbClr val="FFFFFF"/>
                </a:solidFill>
                <a:latin typeface="Arial"/>
              </a:rPr>
              <a:t>preto fosco.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LANÇAMENTO ×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Comparativo: interiores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ILHA DO CAMPECHE SPOT II  ·  BOOK DE PREMISSAS DE FACHADA E INTERIORES  · 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Imagens de interiores × premissas, moodboard, texturas do projeto e memorial.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355848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331720"/>
                <a:gridCol w="365760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Imagens de interiores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Premissas / moodboard / texturas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 · painel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 amadeirado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Painel PVC ripado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 · jardim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Tela metálica preta com plantas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Jardim vertical aramado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 · paredes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Textura rústica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Cinza médio (briefing) · cimento queimado (texturas)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Portas comuns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Pretas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Pretas, bandeira até o forro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Letreiros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Iluminados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luminotécnico na pasta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 · jardim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Jardim vertical com letreiro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projeto de paisagismo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 · deck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Amadeirado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imitando madeira 120×20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Pastilha verde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Esverdeado 20×20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Mini market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Vending e estante no corredor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Pontos elétricos a prever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Corredores · cor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Claros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Cinza Urbano + Calopsita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Unidades · marcenaria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+ bege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MDF Savana + Terrino (moodboard)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Unidades · 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Claras com destaque cinza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 gelo × Foto Retrô/Cinza Clássico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Unidades · forro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Aparente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Acabamento em concreto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Executivo de interiores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Não há executivo na pasta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03 ·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Briefing de projeto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Acabamentos marcados em "[ILHA DO CAMPECHE 2 SPOT] Premissas de Projeto"  ·  cruzamento com o projeto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ILHA DO CAMPECHE SPOT II  ·  BOOK DE PREMISSAS DE FACHADA E INTERIORES  ·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03 ·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Briefing × projeto: acabamentos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ILHA DO CAMPECHE SPOT II  ·  BOOK DE PREMISSAS DE FACHADA E INTERIORES  · 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Opções marcadas em "[ILHA DO CAMPECHE 2 SPOT] Premissas de Projeto" (coluna "Conferência" = True) × pré-executivo AD R00, imagens e Memorial.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12723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788920"/>
                <a:gridCol w="320040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Briefing de Projeto (opção marcada)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Projeto / imagens / memorial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PVC, conforme detalhamento arquitetônico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 amadeirado sem material · madeira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Fechamento do terreno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Muro com pintura cor Seazone, logo e nome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Não detalhado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Linha 32 gold · perfil preto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Pretas nas imagens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 comuns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Acabamento preto fosco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Pretas nas imagens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privativo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anodizado com montante aparente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com corrimão preto (imagem)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comum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incolor com perfil "U" inox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no rooftop (imagem)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Área externa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seguindo o conceito da fachada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Fachada sem legenda no pré-executivo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Cinza médio + painel PVC ripado + jardim vertical aramado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Imagens confirmam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Cinza médio + painel PVC ripado + textura cinza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Imagens confirmam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Corredores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Cinza Urbano + Calopsita (Suvinil)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Imagens claras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· madeira 120×20 no externo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Cemento Soft 84×84 nas texturas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Esverdeado 20×20 · aquecimento solar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Pastilha verde na imagem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Portas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Brancas internas, pretas externas e nas comuns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Imagens confirmam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Forro das unidades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Acabamento em concreto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Concreto aparente (texturas)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 unidades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 gelo acetinado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Foto Retrô / Cinza Clássico (moodboard)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Pontos de atenção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O que gera retrabalho se não for observado  ·  premissas travadas  ·  checklist de validação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ILHA DO CAMPECHE SPOT II  ·  BOOK DE PREMISSAS DE FACHADA E INTERIORES  ·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O que Obras precisa observar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ILHA DO CAMPECHE SPOT II  ·  BOOK DE PREMISSAS DE FACHADA E INTERIORES  · 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REVESTIMENTOS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Pré-executivo sem legenda de material.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Imagem: placas claras, bordas em pedra, pilares grafite.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Não comprar revestimento externo sem definição.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79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RIPADO E BRISES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79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95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Ripado amadeirado sem material no projeto.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79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95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Briefing: PVC · memorial: madeira.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79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95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Definir fixação e manutenção (orla).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ESQUADRIAS E GUARDA-CORPOS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727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Esquadrias pretas, linha 32 gold.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727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Guarda-corpo: vidro (imagem) × alumínio (briefing).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27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Rooftop: vidro com perfil "U" inox.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IDENTIDADE E LUZ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Caixa d'água: logo-casinha e sigla "AD".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Letreiro do térreo sem detalhe.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Spots nas bordas: sem luminotécnico.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461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79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TÉRREO E PAISAGISMO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83279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295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Textura rústica sem produto definido.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79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295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Floreiras em balanço e no rooftop.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83279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295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Muro com cor Seazone, logo e nome.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893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0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PROJETO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727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Pré-executivo "não liberado para obra".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727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Sem conferência de projetos na pasta.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727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Sem executivo de interiores.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Não alterar sem validação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ILHA DO CAMPECHE SPOT II  ·  BOOK DE PREMISSAS DE FACHADA E INTERIORES  ·  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3977639" cy="36027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52728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6F7891"/>
                </a:solidFill>
                <a:latin typeface="Arial"/>
              </a:rPr>
              <a:t>PREMISSAS TRAVADAS (IMAGEM VENDIDA + BRIEFING)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62763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572768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Composição clara com ripado amadeirado e pilares escuros.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1168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956816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Esquadrias pretas (linha 32 gold, perfil preto).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395728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340864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Guarda-corpo das áreas comuns em vidro com perfil "U" inox.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779776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724912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Portas das áreas comuns e externas em preto.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163824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108960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Muro com pintura cor Seazone, logo e nome.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54787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493008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Piscina esverdeada e deck imitando madeira.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93192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3877056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Recepção: painel ripado e jardim vertical aramado.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15968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261104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Forro das unidades em acabamento de concreto.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9432" y="1170432"/>
            <a:ext cx="4041648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54880" y="1280160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13248" y="1271016"/>
            <a:ext cx="3127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ANTES DE COMPRAR OU EXECUTAR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1499616"/>
            <a:ext cx="3730752" cy="3218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1. </a:t>
            </a:r>
            <a:r>
              <a:rPr sz="700" b="0">
                <a:solidFill>
                  <a:srgbClr val="FFFFFF"/>
                </a:solidFill>
                <a:latin typeface="Arial"/>
              </a:rPr>
              <a:t>Troca de cor, material ou referência de fachada precisa de aprovação de Projetos: a fachada é a imagem vendida no lançamento.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2. </a:t>
            </a:r>
            <a:r>
              <a:rPr sz="700" b="0">
                <a:solidFill>
                  <a:srgbClr val="FFFFFF"/>
                </a:solidFill>
                <a:latin typeface="Arial"/>
              </a:rPr>
              <a:t>Itens A VALIDAR e PENDENTE não entram em pedido de compra até a definição registrada.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3. </a:t>
            </a:r>
            <a:r>
              <a:rPr sz="700" b="0">
                <a:solidFill>
                  <a:srgbClr val="FFFFFF"/>
                </a:solidFill>
                <a:latin typeface="Arial"/>
              </a:rPr>
              <a:t>O executivo de arquitetura deve trazer quadro de materiais da fachada.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4. </a:t>
            </a:r>
            <a:r>
              <a:rPr sz="700" b="0">
                <a:solidFill>
                  <a:srgbClr val="FFFFFF"/>
                </a:solidFill>
                <a:latin typeface="Arial"/>
              </a:rPr>
              <a:t>Amostras físicas (placas, bordas, ripado, textura rústica, revestimento da piscina) aprovadas no local.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5. </a:t>
            </a:r>
            <a:r>
              <a:rPr sz="700" b="0">
                <a:solidFill>
                  <a:srgbClr val="FFFFFF"/>
                </a:solidFill>
                <a:latin typeface="Arial"/>
              </a:rPr>
              <a:t>Onde memorial, projeto e briefing divergem, prevalece a definição registrada por Projetos.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0" y="3246120"/>
            <a:ext cx="3730752" cy="9144"/>
          </a:xfrm>
          <a:prstGeom prst="rect">
            <a:avLst/>
          </a:prstGeom>
          <a:solidFill>
            <a:srgbClr val="8FA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3346704"/>
            <a:ext cx="3730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ONDE CONSULTAR (1.26 - [3851] ILHA DO CAMPECHE II SPOT / 02 - PROJETOS)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3566160"/>
            <a:ext cx="373075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Fachada: </a:t>
            </a:r>
            <a:r>
              <a:rPr sz="650" b="0">
                <a:solidFill>
                  <a:srgbClr val="9FB0D4"/>
                </a:solidFill>
                <a:latin typeface="Arial"/>
              </a:rPr>
              <a:t>08 / 07 - Projeto Executivo / 01 - Pré-executivo · 08 / 05 - Imagens 3D / REV 02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Interiores: </a:t>
            </a:r>
            <a:r>
              <a:rPr sz="650" b="0">
                <a:solidFill>
                  <a:srgbClr val="9FB0D4"/>
                </a:solidFill>
                <a:latin typeface="Arial"/>
              </a:rPr>
              <a:t>08 / 10 - Projeto de Interiores (imagens, texturas, moodboard)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Premissas: </a:t>
            </a:r>
            <a:r>
              <a:rPr sz="650" b="0">
                <a:solidFill>
                  <a:srgbClr val="9FB0D4"/>
                </a:solidFill>
                <a:latin typeface="Arial"/>
              </a:rPr>
              <a:t>00 - Premissas de Projeto (briefing e Considerações)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Memorial: </a:t>
            </a:r>
            <a:r>
              <a:rPr sz="650" b="0">
                <a:solidFill>
                  <a:srgbClr val="9FB0D4"/>
                </a:solidFill>
                <a:latin typeface="Arial"/>
              </a:rPr>
              <a:t>09 - Memorial Descritivo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Pendências e checklist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ILHA DO CAMPECHE SPOT II  ·  BOOK DE PREMISSAS DE FACHADA E INTERIORES  ·  25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170432"/>
          <a:ext cx="8138160" cy="351129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2103120"/>
                <a:gridCol w="4709160"/>
                <a:gridCol w="109728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O que definir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Executivo de arquitetura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Emitir liberado para obra, com quadro de materiais da fachada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 dos módulos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Material e paginação das placas claras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Bordas das lajes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Acabamento com aspecto de pedra e spots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Pilares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Cor grafite (imagem) × branco (pré-executivo)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Ripado e brises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Material (PVC × madeira), fixação e manutenção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das sacadas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com corrimão (imagem) × alumínio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Empenas escuras e floreira contínua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Caixa d'água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Arte da identidade (logo-casinha e sigla "AD") e ponto elétrico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Térreo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Textura rústica: produto e cor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Letreiro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Material, iluminação e ponto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Muro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cor Seazone com logo e nome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Paisagismo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Floreiras em balanço, rooftop e jardins verticais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Luminotécnico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Spots das bordas, letreiros e áreas comuns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Cores das áreas comuns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Cinza médio × Cinza Urbano/Calopsita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Piso das áreas comuns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90×90 (briefing) × Cemento Soft 84×84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 das unidades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 gelo × Foto Retrô/Cinza Clássico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Mini market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Pontos da vending e iluminação da estante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Executivo de interiores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Contratar e detalhar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ILHA DO CAMPECHE II SPOT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Book de Premissas de Fachada 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Lançamento × Pré-executivo  ·  Seazone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ILHA DO CAMPECHE SPOT II  ·  BOOK DE PREMISSAS DE FACHADA E INTERIORES  · 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4935</Words>
  <Application>Microsoft Office PowerPoint</Application>
  <PresentationFormat>Apresentação na tela (16:9)</PresentationFormat>
  <Paragraphs>580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Rachel Souto</cp:lastModifiedBy>
  <cp:revision>1</cp:revision>
  <dcterms:modified xsi:type="dcterms:W3CDTF">2026-09-23T13:37:10Z</dcterms:modified>
</cp:coreProperties>
</file>